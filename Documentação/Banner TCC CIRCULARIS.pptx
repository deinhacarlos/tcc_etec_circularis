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6858000" cy="12192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41" d="100"/>
          <a:sy n="41" d="100"/>
        </p:scale>
        <p:origin x="24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584" y="1448762"/>
            <a:ext cx="1651000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2" descr="logo etec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24" y="11051310"/>
            <a:ext cx="4762500" cy="99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ângulo 10"/>
          <p:cNvSpPr/>
          <p:nvPr userDrawn="1"/>
        </p:nvSpPr>
        <p:spPr>
          <a:xfrm>
            <a:off x="0" y="0"/>
            <a:ext cx="6858000" cy="1319134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047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915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58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1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55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61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254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97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981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5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5917C-95FE-4413-BCFB-4F8932325484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CC5B5-17AF-479F-8C6D-27336AEED2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00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996706" y="833021"/>
            <a:ext cx="5099048" cy="343456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Plataforma Colaborativa de Troca de Livros e Materiais Escolares: </a:t>
            </a:r>
            <a:br>
              <a:rPr lang="pt-BR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Inclusão Digital e Sustentabilidade para uma Educação de Qualidade </a:t>
            </a:r>
            <a:endParaRPr lang="pt-BR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 bwMode="auto">
          <a:xfrm>
            <a:off x="0" y="1337487"/>
            <a:ext cx="4921250" cy="142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5352" tIns="182673" rIns="365352" bIns="182673"/>
          <a:lstStyle>
            <a:defPPr>
              <a:defRPr lang="pt-B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8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  <a:defRPr/>
            </a:pPr>
            <a:r>
              <a:rPr lang="pt-BR" altLang="pt-BR" sz="1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ANDRÉA ALVES DOS SANTOS</a:t>
            </a:r>
          </a:p>
          <a:p>
            <a:pPr algn="ctr" eaLnBrk="1" hangingPunct="1">
              <a:buFontTx/>
              <a:buNone/>
              <a:defRPr/>
            </a:pPr>
            <a:r>
              <a:rPr lang="pt-BR" altLang="pt-BR" sz="1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CAROLINE DIAS DO NASCIMENTO</a:t>
            </a:r>
          </a:p>
          <a:p>
            <a:pPr algn="ctr" eaLnBrk="1" hangingPunct="1">
              <a:buFontTx/>
              <a:buNone/>
              <a:defRPr/>
            </a:pPr>
            <a:r>
              <a:rPr lang="pt-BR" altLang="pt-BR" sz="1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RAISSA CHAGAS DO CARMOPROFESSOR</a:t>
            </a:r>
          </a:p>
          <a:p>
            <a:pPr algn="ctr" eaLnBrk="1" hangingPunct="1">
              <a:buFontTx/>
              <a:buNone/>
              <a:defRPr/>
            </a:pPr>
            <a:endParaRPr lang="pt-BR" altLang="pt-BR" sz="6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pt-BR" altLang="pt-BR" sz="1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altLang="pt-BR" sz="1400" b="1" kern="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Jefferson Alves Brandão Xavier</a:t>
            </a:r>
          </a:p>
          <a:p>
            <a:pPr algn="ctr" eaLnBrk="1" hangingPunct="1">
              <a:buFontTx/>
              <a:buNone/>
              <a:defRPr/>
            </a:pPr>
            <a:endParaRPr lang="nb-NO" altLang="pt-BR" sz="600" b="1" kern="0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pt-BR" altLang="pt-BR" sz="1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Habilitação/3º Semestre/2025</a:t>
            </a:r>
          </a:p>
        </p:txBody>
      </p:sp>
      <p:sp>
        <p:nvSpPr>
          <p:cNvPr id="5" name="Retângulo 4"/>
          <p:cNvSpPr/>
          <p:nvPr/>
        </p:nvSpPr>
        <p:spPr>
          <a:xfrm>
            <a:off x="0" y="2824326"/>
            <a:ext cx="6858000" cy="80976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pt-BR" altLang="pt-BR" sz="16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  <a:p>
            <a:pPr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Circularis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plataforma desenvolvida para incentivar práticas sustentáveis e a economia circular por meio da troca de livros e materiais entre usuários. O projeto busca fomentar o reaproveitamento e o compartilhamento consciente de recursos educacionais.</a:t>
            </a:r>
          </a:p>
          <a:p>
            <a:pPr algn="just">
              <a:defRPr/>
            </a:pPr>
            <a:r>
              <a:rPr lang="pt-BR" altLang="pt-BR" sz="16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</a:p>
          <a:p>
            <a:pPr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Desenvolver um sistema digital acessível, seguro e intuitivo, capaz de conectar interessados em trocar, doar ou adquirir livros e materiais escolares, reforçando valores de colaboração e sustentabilidade.</a:t>
            </a:r>
          </a:p>
          <a:p>
            <a:pPr algn="just">
              <a:defRPr/>
            </a:pPr>
            <a:r>
              <a:rPr lang="pt-BR" altLang="pt-BR" sz="16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  <a:p>
            <a:pPr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projeto utilizou técnicas de levantamento de requisitos, modelagem de processos e desenvolvimento ágil. Foram empregadas tecnologias como Node.js,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 API REST, além da prototipação de interfaces no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Testes e validações foram realizados com o apoio de ferramentas como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pt-BR" altLang="pt-BR" sz="16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Obtidos</a:t>
            </a:r>
          </a:p>
          <a:p>
            <a:pPr marL="680400" indent="-226800" algn="just">
              <a:buFont typeface="Wingdings" panose="05000000000000000000" pitchFamily="2" charset="2"/>
              <a:buChar char="§"/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Criação de plataforma web e mobile para cadastro e troca de livros.</a:t>
            </a:r>
          </a:p>
          <a:p>
            <a:pPr marL="680400" indent="-226800" algn="just">
              <a:buFont typeface="Wingdings" panose="05000000000000000000" pitchFamily="2" charset="2"/>
              <a:buChar char="§"/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Implementação de funcionalidades como chat, filtros de busca e gestão de perfil.</a:t>
            </a:r>
          </a:p>
          <a:p>
            <a:pPr marL="680400" indent="-226800" algn="just">
              <a:buFont typeface="Wingdings" panose="05000000000000000000" pitchFamily="2" charset="2"/>
              <a:buChar char="§"/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Prototipação de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wireframes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definição de identidade visual.</a:t>
            </a:r>
          </a:p>
          <a:p>
            <a:pPr marL="680400" indent="-226800" algn="just">
              <a:buFont typeface="Wingdings" panose="05000000000000000000" pitchFamily="2" charset="2"/>
              <a:buChar char="§"/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Engajamento da comunidade acadêmica em simulações de troca.</a:t>
            </a:r>
          </a:p>
          <a:p>
            <a:pPr algn="just">
              <a:defRPr/>
            </a:pPr>
            <a:endParaRPr lang="pt-BR" altLang="pt-BR" sz="16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pt-BR" altLang="pt-BR" sz="16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Considerações Finais</a:t>
            </a:r>
          </a:p>
          <a:p>
            <a:pPr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Circularis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destaca como solução inovadora para o setor educacional, promovendo sustentabilidade e acesso democrático ao conhecimento. Limitações técnicas impediram a implementação de serviços extras, como painéis administrativos avançados e módulos analíticos, que ficam como recomendações para trabalhos futuros.</a:t>
            </a:r>
          </a:p>
          <a:p>
            <a:pPr algn="just">
              <a:defRPr/>
            </a:pPr>
            <a:endParaRPr lang="pt-BR" altLang="pt-BR" sz="1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pt-BR" altLang="pt-BR" sz="16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Principais Referências:</a:t>
            </a:r>
          </a:p>
          <a:p>
            <a:pPr algn="just">
              <a:defRPr/>
            </a:pP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SOMMERVILLE, Ian. Engenharia de Software. Tradução de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Claudio Queiroz (Trad.). 10ª. ed. São Paulo: Pearson </a:t>
            </a:r>
            <a:r>
              <a:rPr lang="pt-BR" altLang="pt-BR" sz="1600" kern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pt-BR" altLang="pt-BR" sz="1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Brasil, 2018</a:t>
            </a:r>
            <a:r>
              <a:rPr lang="pt-BR" altLang="pt-BR" sz="16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41AF4B1-59C4-49B3-B446-DA8BEB369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296" y="286587"/>
            <a:ext cx="2940048" cy="41264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D09F540-5F70-40D9-9882-863515BE58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656" y="199968"/>
            <a:ext cx="589150" cy="5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0396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FFD28A12706EB4D9FC5820D7CF583E2" ma:contentTypeVersion="0" ma:contentTypeDescription="Crie um novo documento." ma:contentTypeScope="" ma:versionID="81aaed226c7ec8d7f28bcce734d6397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91B9F7-8A57-49E7-A102-35E15D4E6E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ECE363-F048-42BE-8D33-98656857153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6B5F6CD-A166-4A0A-BC09-5BFA3109B1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</TotalTime>
  <Words>298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Tema do Office</vt:lpstr>
      <vt:lpstr>Plataforma Colaborativa de Troca de Livros e Materiais Escolares:  Inclusão Digital e Sustentabilidade para uma Educação de Qualidade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Ivone2</dc:creator>
  <cp:lastModifiedBy>ANDREA ALVES DOS SANTOS</cp:lastModifiedBy>
  <cp:revision>7</cp:revision>
  <dcterms:created xsi:type="dcterms:W3CDTF">2021-04-28T21:37:29Z</dcterms:created>
  <dcterms:modified xsi:type="dcterms:W3CDTF">2025-11-13T19:27:01Z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0x0101003FFD28A12706EB4D9FC5820D7CF583E2</vt:lpwstr>
  </property>
</Properties>
</file>