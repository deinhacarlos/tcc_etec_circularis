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5327650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DEFF"/>
    <a:srgbClr val="EED4FF"/>
    <a:srgbClr val="BF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22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9574" y="1237197"/>
            <a:ext cx="4528503" cy="2631887"/>
          </a:xfrm>
        </p:spPr>
        <p:txBody>
          <a:bodyPr anchor="b"/>
          <a:lstStyle>
            <a:lvl1pPr algn="ctr">
              <a:defRPr sz="349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5956" y="3970580"/>
            <a:ext cx="3995738" cy="1825171"/>
          </a:xfrm>
        </p:spPr>
        <p:txBody>
          <a:bodyPr/>
          <a:lstStyle>
            <a:lvl1pPr marL="0" indent="0" algn="ctr">
              <a:buNone/>
              <a:defRPr sz="1398"/>
            </a:lvl1pPr>
            <a:lvl2pPr marL="266365" indent="0" algn="ctr">
              <a:buNone/>
              <a:defRPr sz="1165"/>
            </a:lvl2pPr>
            <a:lvl3pPr marL="532729" indent="0" algn="ctr">
              <a:buNone/>
              <a:defRPr sz="1049"/>
            </a:lvl3pPr>
            <a:lvl4pPr marL="799094" indent="0" algn="ctr">
              <a:buNone/>
              <a:defRPr sz="932"/>
            </a:lvl4pPr>
            <a:lvl5pPr marL="1065459" indent="0" algn="ctr">
              <a:buNone/>
              <a:defRPr sz="932"/>
            </a:lvl5pPr>
            <a:lvl6pPr marL="1331824" indent="0" algn="ctr">
              <a:buNone/>
              <a:defRPr sz="932"/>
            </a:lvl6pPr>
            <a:lvl7pPr marL="1598188" indent="0" algn="ctr">
              <a:buNone/>
              <a:defRPr sz="932"/>
            </a:lvl7pPr>
            <a:lvl8pPr marL="1864553" indent="0" algn="ctr">
              <a:buNone/>
              <a:defRPr sz="932"/>
            </a:lvl8pPr>
            <a:lvl9pPr marL="2130918" indent="0" algn="ctr">
              <a:buNone/>
              <a:defRPr sz="932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C66E-196C-4ABF-8CCD-1616BEE010B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F39B-2281-48EC-A67D-31624D909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3246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C66E-196C-4ABF-8CCD-1616BEE010B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F39B-2281-48EC-A67D-31624D909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59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501" y="1884671"/>
            <a:ext cx="4595098" cy="3144614"/>
          </a:xfrm>
        </p:spPr>
        <p:txBody>
          <a:bodyPr anchor="b"/>
          <a:lstStyle>
            <a:lvl1pPr>
              <a:defRPr sz="349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501" y="5059035"/>
            <a:ext cx="4595098" cy="1653678"/>
          </a:xfrm>
        </p:spPr>
        <p:txBody>
          <a:bodyPr/>
          <a:lstStyle>
            <a:lvl1pPr marL="0" indent="0">
              <a:buNone/>
              <a:defRPr sz="1398">
                <a:solidFill>
                  <a:schemeClr val="tx1"/>
                </a:solidFill>
              </a:defRPr>
            </a:lvl1pPr>
            <a:lvl2pPr marL="266365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2pPr>
            <a:lvl3pPr marL="532729" indent="0">
              <a:buNone/>
              <a:defRPr sz="1049">
                <a:solidFill>
                  <a:schemeClr val="tx1">
                    <a:tint val="75000"/>
                  </a:schemeClr>
                </a:solidFill>
              </a:defRPr>
            </a:lvl3pPr>
            <a:lvl4pPr marL="799094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4pPr>
            <a:lvl5pPr marL="1065459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5pPr>
            <a:lvl6pPr marL="1331824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6pPr>
            <a:lvl7pPr marL="1598188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7pPr>
            <a:lvl8pPr marL="1864553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8pPr>
            <a:lvl9pPr marL="2130918" indent="0">
              <a:buNone/>
              <a:defRPr sz="9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C66E-196C-4ABF-8CCD-1616BEE010B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F39B-2281-48EC-A67D-31624D909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167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6276" y="2012414"/>
            <a:ext cx="2264251" cy="479654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97123" y="2012414"/>
            <a:ext cx="2264251" cy="479654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C66E-196C-4ABF-8CCD-1616BEE010B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F39B-2281-48EC-A67D-31624D909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94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70" y="402484"/>
            <a:ext cx="4595098" cy="14611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971" y="1853171"/>
            <a:ext cx="2253845" cy="908210"/>
          </a:xfrm>
        </p:spPr>
        <p:txBody>
          <a:bodyPr anchor="b"/>
          <a:lstStyle>
            <a:lvl1pPr marL="0" indent="0">
              <a:buNone/>
              <a:defRPr sz="1398" b="1"/>
            </a:lvl1pPr>
            <a:lvl2pPr marL="266365" indent="0">
              <a:buNone/>
              <a:defRPr sz="1165" b="1"/>
            </a:lvl2pPr>
            <a:lvl3pPr marL="532729" indent="0">
              <a:buNone/>
              <a:defRPr sz="1049" b="1"/>
            </a:lvl3pPr>
            <a:lvl4pPr marL="799094" indent="0">
              <a:buNone/>
              <a:defRPr sz="932" b="1"/>
            </a:lvl4pPr>
            <a:lvl5pPr marL="1065459" indent="0">
              <a:buNone/>
              <a:defRPr sz="932" b="1"/>
            </a:lvl5pPr>
            <a:lvl6pPr marL="1331824" indent="0">
              <a:buNone/>
              <a:defRPr sz="932" b="1"/>
            </a:lvl6pPr>
            <a:lvl7pPr marL="1598188" indent="0">
              <a:buNone/>
              <a:defRPr sz="932" b="1"/>
            </a:lvl7pPr>
            <a:lvl8pPr marL="1864553" indent="0">
              <a:buNone/>
              <a:defRPr sz="932" b="1"/>
            </a:lvl8pPr>
            <a:lvl9pPr marL="2130918" indent="0">
              <a:buNone/>
              <a:defRPr sz="932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6971" y="2761381"/>
            <a:ext cx="2253845" cy="406157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97123" y="1853171"/>
            <a:ext cx="2264945" cy="908210"/>
          </a:xfrm>
        </p:spPr>
        <p:txBody>
          <a:bodyPr anchor="b"/>
          <a:lstStyle>
            <a:lvl1pPr marL="0" indent="0">
              <a:buNone/>
              <a:defRPr sz="1398" b="1"/>
            </a:lvl1pPr>
            <a:lvl2pPr marL="266365" indent="0">
              <a:buNone/>
              <a:defRPr sz="1165" b="1"/>
            </a:lvl2pPr>
            <a:lvl3pPr marL="532729" indent="0">
              <a:buNone/>
              <a:defRPr sz="1049" b="1"/>
            </a:lvl3pPr>
            <a:lvl4pPr marL="799094" indent="0">
              <a:buNone/>
              <a:defRPr sz="932" b="1"/>
            </a:lvl4pPr>
            <a:lvl5pPr marL="1065459" indent="0">
              <a:buNone/>
              <a:defRPr sz="932" b="1"/>
            </a:lvl5pPr>
            <a:lvl6pPr marL="1331824" indent="0">
              <a:buNone/>
              <a:defRPr sz="932" b="1"/>
            </a:lvl6pPr>
            <a:lvl7pPr marL="1598188" indent="0">
              <a:buNone/>
              <a:defRPr sz="932" b="1"/>
            </a:lvl7pPr>
            <a:lvl8pPr marL="1864553" indent="0">
              <a:buNone/>
              <a:defRPr sz="932" b="1"/>
            </a:lvl8pPr>
            <a:lvl9pPr marL="2130918" indent="0">
              <a:buNone/>
              <a:defRPr sz="932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97123" y="2761381"/>
            <a:ext cx="2264945" cy="406157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C66E-196C-4ABF-8CCD-1616BEE010B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F39B-2281-48EC-A67D-31624D909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7642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C66E-196C-4ABF-8CCD-1616BEE010B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F39B-2281-48EC-A67D-31624D909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530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C66E-196C-4ABF-8CCD-1616BEE010B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F39B-2281-48EC-A67D-31624D909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08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70" y="503978"/>
            <a:ext cx="1718306" cy="1763924"/>
          </a:xfrm>
        </p:spPr>
        <p:txBody>
          <a:bodyPr anchor="b"/>
          <a:lstStyle>
            <a:lvl1pPr>
              <a:defRPr sz="186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4945" y="1088455"/>
            <a:ext cx="2697123" cy="5372269"/>
          </a:xfrm>
        </p:spPr>
        <p:txBody>
          <a:bodyPr/>
          <a:lstStyle>
            <a:lvl1pPr>
              <a:defRPr sz="1864"/>
            </a:lvl1pPr>
            <a:lvl2pPr>
              <a:defRPr sz="1631"/>
            </a:lvl2pPr>
            <a:lvl3pPr>
              <a:defRPr sz="1398"/>
            </a:lvl3pPr>
            <a:lvl4pPr>
              <a:defRPr sz="1165"/>
            </a:lvl4pPr>
            <a:lvl5pPr>
              <a:defRPr sz="1165"/>
            </a:lvl5pPr>
            <a:lvl6pPr>
              <a:defRPr sz="1165"/>
            </a:lvl6pPr>
            <a:lvl7pPr>
              <a:defRPr sz="1165"/>
            </a:lvl7pPr>
            <a:lvl8pPr>
              <a:defRPr sz="1165"/>
            </a:lvl8pPr>
            <a:lvl9pPr>
              <a:defRPr sz="1165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6970" y="2267902"/>
            <a:ext cx="1718306" cy="4201570"/>
          </a:xfrm>
        </p:spPr>
        <p:txBody>
          <a:bodyPr/>
          <a:lstStyle>
            <a:lvl1pPr marL="0" indent="0">
              <a:buNone/>
              <a:defRPr sz="932"/>
            </a:lvl1pPr>
            <a:lvl2pPr marL="266365" indent="0">
              <a:buNone/>
              <a:defRPr sz="816"/>
            </a:lvl2pPr>
            <a:lvl3pPr marL="532729" indent="0">
              <a:buNone/>
              <a:defRPr sz="699"/>
            </a:lvl3pPr>
            <a:lvl4pPr marL="799094" indent="0">
              <a:buNone/>
              <a:defRPr sz="583"/>
            </a:lvl4pPr>
            <a:lvl5pPr marL="1065459" indent="0">
              <a:buNone/>
              <a:defRPr sz="583"/>
            </a:lvl5pPr>
            <a:lvl6pPr marL="1331824" indent="0">
              <a:buNone/>
              <a:defRPr sz="583"/>
            </a:lvl6pPr>
            <a:lvl7pPr marL="1598188" indent="0">
              <a:buNone/>
              <a:defRPr sz="583"/>
            </a:lvl7pPr>
            <a:lvl8pPr marL="1864553" indent="0">
              <a:buNone/>
              <a:defRPr sz="583"/>
            </a:lvl8pPr>
            <a:lvl9pPr marL="2130918" indent="0">
              <a:buNone/>
              <a:defRPr sz="58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C66E-196C-4ABF-8CCD-1616BEE010B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F39B-2281-48EC-A67D-31624D909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0139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70" y="503978"/>
            <a:ext cx="1718306" cy="1763924"/>
          </a:xfrm>
        </p:spPr>
        <p:txBody>
          <a:bodyPr anchor="b"/>
          <a:lstStyle>
            <a:lvl1pPr>
              <a:defRPr sz="186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64945" y="1088455"/>
            <a:ext cx="2697123" cy="5372269"/>
          </a:xfrm>
        </p:spPr>
        <p:txBody>
          <a:bodyPr anchor="t"/>
          <a:lstStyle>
            <a:lvl1pPr marL="0" indent="0">
              <a:buNone/>
              <a:defRPr sz="1864"/>
            </a:lvl1pPr>
            <a:lvl2pPr marL="266365" indent="0">
              <a:buNone/>
              <a:defRPr sz="1631"/>
            </a:lvl2pPr>
            <a:lvl3pPr marL="532729" indent="0">
              <a:buNone/>
              <a:defRPr sz="1398"/>
            </a:lvl3pPr>
            <a:lvl4pPr marL="799094" indent="0">
              <a:buNone/>
              <a:defRPr sz="1165"/>
            </a:lvl4pPr>
            <a:lvl5pPr marL="1065459" indent="0">
              <a:buNone/>
              <a:defRPr sz="1165"/>
            </a:lvl5pPr>
            <a:lvl6pPr marL="1331824" indent="0">
              <a:buNone/>
              <a:defRPr sz="1165"/>
            </a:lvl6pPr>
            <a:lvl7pPr marL="1598188" indent="0">
              <a:buNone/>
              <a:defRPr sz="1165"/>
            </a:lvl7pPr>
            <a:lvl8pPr marL="1864553" indent="0">
              <a:buNone/>
              <a:defRPr sz="1165"/>
            </a:lvl8pPr>
            <a:lvl9pPr marL="2130918" indent="0">
              <a:buNone/>
              <a:defRPr sz="116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6970" y="2267902"/>
            <a:ext cx="1718306" cy="4201570"/>
          </a:xfrm>
        </p:spPr>
        <p:txBody>
          <a:bodyPr/>
          <a:lstStyle>
            <a:lvl1pPr marL="0" indent="0">
              <a:buNone/>
              <a:defRPr sz="932"/>
            </a:lvl1pPr>
            <a:lvl2pPr marL="266365" indent="0">
              <a:buNone/>
              <a:defRPr sz="816"/>
            </a:lvl2pPr>
            <a:lvl3pPr marL="532729" indent="0">
              <a:buNone/>
              <a:defRPr sz="699"/>
            </a:lvl3pPr>
            <a:lvl4pPr marL="799094" indent="0">
              <a:buNone/>
              <a:defRPr sz="583"/>
            </a:lvl4pPr>
            <a:lvl5pPr marL="1065459" indent="0">
              <a:buNone/>
              <a:defRPr sz="583"/>
            </a:lvl5pPr>
            <a:lvl6pPr marL="1331824" indent="0">
              <a:buNone/>
              <a:defRPr sz="583"/>
            </a:lvl6pPr>
            <a:lvl7pPr marL="1598188" indent="0">
              <a:buNone/>
              <a:defRPr sz="583"/>
            </a:lvl7pPr>
            <a:lvl8pPr marL="1864553" indent="0">
              <a:buNone/>
              <a:defRPr sz="583"/>
            </a:lvl8pPr>
            <a:lvl9pPr marL="2130918" indent="0">
              <a:buNone/>
              <a:defRPr sz="58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C66E-196C-4ABF-8CCD-1616BEE010B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F39B-2281-48EC-A67D-31624D909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0991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C66E-196C-4ABF-8CCD-1616BEE010B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F39B-2281-48EC-A67D-31624D909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9445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2600" y="402483"/>
            <a:ext cx="1148775" cy="64064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6276" y="402483"/>
            <a:ext cx="3379728" cy="6406475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C66E-196C-4ABF-8CCD-1616BEE010B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F39B-2281-48EC-A67D-31624D909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4893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6276" y="402484"/>
            <a:ext cx="4595098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276" y="2012414"/>
            <a:ext cx="4595098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CC66E-196C-4ABF-8CCD-1616BEE010BF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3F39B-2281-48EC-A67D-31624D909A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0631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32729" rtl="0" eaLnBrk="1" latinLnBrk="0" hangingPunct="1">
        <a:lnSpc>
          <a:spcPct val="90000"/>
        </a:lnSpc>
        <a:spcBef>
          <a:spcPct val="0"/>
        </a:spcBef>
        <a:buNone/>
        <a:defRPr sz="25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182" indent="-133182" algn="l" defTabSz="532729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1pPr>
      <a:lvl2pPr marL="399547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398" kern="1200">
          <a:solidFill>
            <a:schemeClr val="tx1"/>
          </a:solidFill>
          <a:latin typeface="+mn-lt"/>
          <a:ea typeface="+mn-ea"/>
          <a:cs typeface="+mn-cs"/>
        </a:defRPr>
      </a:lvl2pPr>
      <a:lvl3pPr marL="665912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165" kern="1200">
          <a:solidFill>
            <a:schemeClr val="tx1"/>
          </a:solidFill>
          <a:latin typeface="+mn-lt"/>
          <a:ea typeface="+mn-ea"/>
          <a:cs typeface="+mn-cs"/>
        </a:defRPr>
      </a:lvl3pPr>
      <a:lvl4pPr marL="932277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198641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465006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731371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997735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264100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1pPr>
      <a:lvl2pPr marL="266365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2pPr>
      <a:lvl3pPr marL="532729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3pPr>
      <a:lvl4pPr marL="799094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065459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331824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598188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864553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130918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D3387BAE-90D2-4174-A506-5DB1EDBB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88"/>
            <a:ext cx="5327650" cy="754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91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EC0D4F18-1CB3-461A-8BB6-41A45F4DB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" y="2478407"/>
            <a:ext cx="5327650" cy="543429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A575F7B-2256-43DD-9DA9-D5BD7AD5CFAF}"/>
              </a:ext>
            </a:extLst>
          </p:cNvPr>
          <p:cNvSpPr txBox="1"/>
          <p:nvPr/>
        </p:nvSpPr>
        <p:spPr>
          <a:xfrm flipH="1">
            <a:off x="1954180" y="68826"/>
            <a:ext cx="14192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ROTEIRO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8132999-309B-442D-BF9A-2EE7BC6ACCCE}"/>
              </a:ext>
            </a:extLst>
          </p:cNvPr>
          <p:cNvSpPr txBox="1"/>
          <p:nvPr/>
        </p:nvSpPr>
        <p:spPr>
          <a:xfrm flipH="1">
            <a:off x="-1" y="293406"/>
            <a:ext cx="5327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Tema:</a:t>
            </a:r>
            <a:r>
              <a:rPr lang="pt-B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CIRCULARIS – </a:t>
            </a:r>
            <a:r>
              <a:rPr lang="pt-BR" sz="1200" kern="0" dirty="0"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Plataforma Colaborativa de Troca de Livros e Materiais Escolares:  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Inclusão Digital e Sustentabilidade para uma Educação de Qualidade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91AEA99-4833-4C2A-A374-B7D3DDB9BD90}"/>
              </a:ext>
            </a:extLst>
          </p:cNvPr>
          <p:cNvSpPr txBox="1"/>
          <p:nvPr/>
        </p:nvSpPr>
        <p:spPr>
          <a:xfrm flipH="1">
            <a:off x="0" y="715239"/>
            <a:ext cx="53276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Integrantes do grupo:</a:t>
            </a:r>
          </a:p>
          <a:p>
            <a:pPr algn="just"/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Andréa Alves dos Santos</a:t>
            </a:r>
          </a:p>
          <a:p>
            <a:pPr algn="just"/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Caroline Dias do Nascimento</a:t>
            </a:r>
          </a:p>
          <a:p>
            <a:pPr algn="just"/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Raissa Chagas do Carmo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7EA6D47-82F0-418E-839F-8AA5C79E0CD9}"/>
              </a:ext>
            </a:extLst>
          </p:cNvPr>
          <p:cNvSpPr txBox="1"/>
          <p:nvPr/>
        </p:nvSpPr>
        <p:spPr>
          <a:xfrm flipH="1">
            <a:off x="0" y="1479125"/>
            <a:ext cx="5327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Orientador:</a:t>
            </a:r>
          </a:p>
          <a:p>
            <a:pPr algn="just"/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Jefferson Alves Brandão Xavier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CA22F5E-52CE-4422-A184-277AB69F746D}"/>
              </a:ext>
            </a:extLst>
          </p:cNvPr>
          <p:cNvSpPr txBox="1"/>
          <p:nvPr/>
        </p:nvSpPr>
        <p:spPr>
          <a:xfrm flipH="1">
            <a:off x="-457" y="1910298"/>
            <a:ext cx="5327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</a:p>
          <a:p>
            <a:pPr marL="680400" indent="-226800" algn="just">
              <a:buFont typeface="Wingdings" panose="05000000000000000000" pitchFamily="2" charset="2"/>
              <a:buChar char="§"/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Problema;</a:t>
            </a:r>
          </a:p>
          <a:p>
            <a:pPr marL="680400" indent="-226800" algn="just">
              <a:buFont typeface="Wingdings" panose="05000000000000000000" pitchFamily="2" charset="2"/>
              <a:buChar char="§"/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Geral;</a:t>
            </a:r>
          </a:p>
          <a:p>
            <a:pPr marL="680400" indent="-226800" algn="just">
              <a:buFont typeface="Wingdings" panose="05000000000000000000" pitchFamily="2" charset="2"/>
              <a:buChar char="§"/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Justificativa;</a:t>
            </a:r>
          </a:p>
          <a:p>
            <a:pPr marL="680400" indent="-226800" algn="just">
              <a:buFont typeface="Wingdings" panose="05000000000000000000" pitchFamily="2" charset="2"/>
              <a:buChar char="§"/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Hipótese; e</a:t>
            </a:r>
          </a:p>
          <a:p>
            <a:pPr marL="680400" indent="-226800" algn="just">
              <a:buFont typeface="Wingdings" panose="05000000000000000000" pitchFamily="2" charset="2"/>
              <a:buChar char="§"/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Objetivos Específicos.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0673995-BEEA-40DE-9942-A4D2722E69FE}"/>
              </a:ext>
            </a:extLst>
          </p:cNvPr>
          <p:cNvSpPr txBox="1"/>
          <p:nvPr/>
        </p:nvSpPr>
        <p:spPr>
          <a:xfrm flipH="1">
            <a:off x="-53" y="3141305"/>
            <a:ext cx="5327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ODS Aplicadas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2EDF8BB-9F5A-4EA3-8733-5DDFACFAD60F}"/>
              </a:ext>
            </a:extLst>
          </p:cNvPr>
          <p:cNvSpPr txBox="1"/>
          <p:nvPr/>
        </p:nvSpPr>
        <p:spPr>
          <a:xfrm flipH="1">
            <a:off x="-54" y="3429926"/>
            <a:ext cx="5327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Metodologia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0720022-7144-4B9E-AB73-345F8223772B}"/>
              </a:ext>
            </a:extLst>
          </p:cNvPr>
          <p:cNvSpPr txBox="1"/>
          <p:nvPr/>
        </p:nvSpPr>
        <p:spPr>
          <a:xfrm flipH="1">
            <a:off x="0" y="3710938"/>
            <a:ext cx="5327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Tecnologias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C772999-531F-49A0-8AB2-B1541DEAA0D0}"/>
              </a:ext>
            </a:extLst>
          </p:cNvPr>
          <p:cNvSpPr txBox="1"/>
          <p:nvPr/>
        </p:nvSpPr>
        <p:spPr>
          <a:xfrm flipH="1">
            <a:off x="-55" y="3995670"/>
            <a:ext cx="5327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Identidade Visual</a:t>
            </a:r>
          </a:p>
          <a:p>
            <a:pPr marL="680400" indent="-226800" algn="just">
              <a:buFont typeface="Wingdings" panose="05000000000000000000" pitchFamily="2" charset="2"/>
              <a:buChar char="§"/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Logomarca;</a:t>
            </a:r>
          </a:p>
          <a:p>
            <a:pPr marL="680400" indent="-226800" algn="just">
              <a:buFont typeface="Wingdings" panose="05000000000000000000" pitchFamily="2" charset="2"/>
              <a:buChar char="§"/>
            </a:pP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Font-familly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e</a:t>
            </a:r>
          </a:p>
          <a:p>
            <a:pPr marL="680400" indent="-226800" algn="just">
              <a:buFont typeface="Wingdings" panose="05000000000000000000" pitchFamily="2" charset="2"/>
              <a:buChar char="§"/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Paleta de Cores.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1A58C59-E105-4435-A203-816538816A2D}"/>
              </a:ext>
            </a:extLst>
          </p:cNvPr>
          <p:cNvSpPr txBox="1"/>
          <p:nvPr/>
        </p:nvSpPr>
        <p:spPr>
          <a:xfrm flipH="1">
            <a:off x="0" y="4771562"/>
            <a:ext cx="5327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Impactos Esperados</a:t>
            </a:r>
          </a:p>
          <a:p>
            <a:pPr marL="680400" indent="-226800" algn="just">
              <a:buFont typeface="Wingdings" panose="05000000000000000000" pitchFamily="2" charset="2"/>
              <a:buChar char="§"/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Funcionalidade;</a:t>
            </a:r>
          </a:p>
          <a:p>
            <a:pPr marL="680400" indent="-226800" algn="just">
              <a:buFont typeface="Wingdings" panose="05000000000000000000" pitchFamily="2" charset="2"/>
              <a:buChar char="§"/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Impacto Social; e</a:t>
            </a:r>
          </a:p>
          <a:p>
            <a:pPr marL="680400" indent="-226800" algn="just">
              <a:buFont typeface="Wingdings" panose="05000000000000000000" pitchFamily="2" charset="2"/>
              <a:buChar char="§"/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Viabilidade.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2544567-B42F-4E88-8A7A-8834ECC1744B}"/>
              </a:ext>
            </a:extLst>
          </p:cNvPr>
          <p:cNvSpPr txBox="1"/>
          <p:nvPr/>
        </p:nvSpPr>
        <p:spPr>
          <a:xfrm flipH="1">
            <a:off x="0" y="5573644"/>
            <a:ext cx="5327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</a:p>
          <a:p>
            <a:pPr marL="680400" indent="-226800" algn="just">
              <a:buFont typeface="Wingdings" panose="05000000000000000000" pitchFamily="2" charset="2"/>
              <a:buChar char="§"/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Contribuições;</a:t>
            </a:r>
          </a:p>
          <a:p>
            <a:pPr marL="680400" indent="-226800" algn="just">
              <a:buFont typeface="Wingdings" panose="05000000000000000000" pitchFamily="2" charset="2"/>
              <a:buChar char="§"/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Relevância; e</a:t>
            </a:r>
          </a:p>
          <a:p>
            <a:pPr marL="680400" indent="-226800" algn="just">
              <a:buFont typeface="Wingdings" panose="05000000000000000000" pitchFamily="2" charset="2"/>
              <a:buChar char="§"/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Futuras Melhorias.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A583DB0-260A-43B6-AA0B-B0F5DF1F9015}"/>
              </a:ext>
            </a:extLst>
          </p:cNvPr>
          <p:cNvSpPr txBox="1"/>
          <p:nvPr/>
        </p:nvSpPr>
        <p:spPr>
          <a:xfrm flipH="1">
            <a:off x="-114" y="6382878"/>
            <a:ext cx="5327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Principais Referências Bibliográficas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D3DF5FF-B8E7-4765-AC32-8710A621C779}"/>
              </a:ext>
            </a:extLst>
          </p:cNvPr>
          <p:cNvSpPr txBox="1"/>
          <p:nvPr/>
        </p:nvSpPr>
        <p:spPr>
          <a:xfrm flipH="1">
            <a:off x="-113" y="6605515"/>
            <a:ext cx="5327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Agradecimentos</a:t>
            </a:r>
          </a:p>
          <a:p>
            <a:pPr algn="ctr"/>
            <a:r>
              <a:rPr lang="pt-B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Agradecemos a Deus pela saúde e sabedoria, aos familiares pelo apoio incondicional, ao Prof. Jefferson Alves Brandão Xavier e professores da ETEC pela orientação técnica.​</a:t>
            </a:r>
            <a:br>
              <a:rPr lang="pt-B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Agradecemos aos participantes da pesquisa que ajudaram a construir o CIRCULARIS.​</a:t>
            </a:r>
            <a:br>
              <a:rPr lang="pt-B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Dedicamos este trabalho a todos que creem no poder transformador da educação</a:t>
            </a:r>
            <a:endParaRPr lang="pt-BR" sz="9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8100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</TotalTime>
  <Words>157</Words>
  <Application>Microsoft Office PowerPoint</Application>
  <PresentationFormat>Personalizar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ui-sans-serif</vt:lpstr>
      <vt:lpstr>Wingdings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ANDREA ALVES DOS SANTOS</dc:creator>
  <cp:lastModifiedBy>ANDREA ALVES DOS SANTOS</cp:lastModifiedBy>
  <cp:revision>13</cp:revision>
  <dcterms:created xsi:type="dcterms:W3CDTF">2025-12-02T23:07:40Z</dcterms:created>
  <dcterms:modified xsi:type="dcterms:W3CDTF">2025-12-03T20:42:44Z</dcterms:modified>
</cp:coreProperties>
</file>