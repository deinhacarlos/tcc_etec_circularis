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F79"/>
    <a:srgbClr val="EF4444"/>
    <a:srgbClr val="F2C94A"/>
    <a:srgbClr val="F2C94C"/>
    <a:srgbClr val="6464F6"/>
    <a:srgbClr val="4A4A55"/>
    <a:srgbClr val="404040"/>
    <a:srgbClr val="F3F4F6"/>
    <a:srgbClr val="49B3FF"/>
    <a:srgbClr val="828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856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FDA62-FDD4-45FB-8CE0-8D9526FD4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85DF8F-B451-4D79-A3A1-E4C4BEAC1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78BF2-8EBC-4AC9-982C-2E3F6669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9EA7FC-B032-42DD-A8C9-5BC757FE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1CFCC8-8E59-41C8-A243-4F09F606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9903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C335C-CDDE-4E0F-AD72-303F39DE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403CD-2A43-4EC7-8E96-AF81919C7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BC460-7BC2-4AE7-948B-5A690157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0E8B0C-B8E3-47C9-8A28-31B2446A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A39039-BF67-42A2-9B5A-1C59E56B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45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D9379-C4FA-4359-8CC5-250B3C02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8F4309-8CD7-4BF7-A13F-0F946D01E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2A8AA7-1E3D-4EAC-8694-13EBCD776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367D25-FF26-4A33-9768-EA3328CA2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7B3F4D-8DA5-4A2B-BEDA-0156FF68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62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1FD84-9CCF-4056-9757-99AE1648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A8C2E4-9342-4B25-BDC5-5DA28ECF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61E94B-7B69-4D82-8D0E-2BADFEEC7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6A0A96-2BAF-431E-A49C-AEEB309D4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C48EA5-B630-42F3-8B90-90866BAD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C15A96-77CD-4112-8FCA-DE549ED3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4809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9D967-D67C-4424-A458-17EFF092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3E453C-7F8D-47DD-8073-84EA4094B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C3B2A6-33FD-4E65-B973-A8D0451C9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73ECC2-ED86-4355-B291-6FC0639D3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F8760F-887E-4B55-BE54-80E994289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2CFFFA-DDAD-4BFD-9136-A0DCCF5B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BE3DD-2C0C-4338-97D8-5BFF09BB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BBEC6E-DB38-41A9-99B0-C59878A0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89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8C0CE-097E-446D-AED7-80031EC9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8398F40-3BC6-4001-A6D8-D1FE5F60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58B6CD-C30C-47D2-9530-C0668091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5E517D-7E15-45FB-B17D-AECDAD64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87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68CB077-961B-4B40-B2B4-404D9B28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4266C6-0F29-464C-B939-AD8C5BDFD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66EACF-989B-4B1F-A570-174A317D9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672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64CF2-5853-475A-AA76-CC553DB5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144979-8B57-4AC0-9728-F6DE3E781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E622FD-BCD5-4B93-A6AA-753540B03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BF870F-516A-4F13-9050-2521AD6F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1257EB-99AC-453A-BBCB-EA3588801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F16E89-689B-4468-9CBE-F862319D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26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4CEE2-1AEB-4E48-94CB-76E43C47F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6083CD-1394-4E4E-BC68-E7DBF5815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D509C2-0704-4835-ADF3-9F013E3EB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7F7698-F52A-4DF0-95CB-8A815D8B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E3B06D-934B-4897-85D7-16E6DC85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C0EB9A-4617-48BA-A850-E889BC5D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55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C67FC-5B9A-4495-84A5-AAB31DC0F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A51816-970C-46CB-BB20-D037B10E5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DFCE7F-56E2-47D8-A4D0-4DB2903E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D7DEA5-1635-4C9B-A42C-96C771C2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46A91F-00F4-40A2-A2EA-45B49269C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68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D34183-89E8-43D4-A0B9-AD34A5765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0A7BA6-F548-45A5-A6BA-710729999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0C961B-7E39-40A4-A298-6B3364C3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E1B54D-4FA8-46C5-99BB-6BC1053E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AF12AF-3E8D-47AD-B1D6-09F2F16B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202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FEA3BF9-2BE3-4B06-A95E-78AE0038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691392-9660-4799-8A27-7653B7B68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A999E1-D97F-4FEC-89E3-A0C076389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1A502-CEE6-4B19-BA0F-93C723E02574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9ED2D8-2415-422D-8900-C35904356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6C5BB3-FEFF-4E3B-9883-55BB59492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68B5B-27A5-4B45-BD0F-843833AE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62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1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17" Type="http://schemas.openxmlformats.org/officeDocument/2006/relationships/image" Target="../media/image30.svg"/><Relationship Id="rId2" Type="http://schemas.openxmlformats.org/officeDocument/2006/relationships/image" Target="../media/image1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png"/><Relationship Id="rId15" Type="http://schemas.openxmlformats.org/officeDocument/2006/relationships/image" Target="../media/image28.svg"/><Relationship Id="rId10" Type="http://schemas.openxmlformats.org/officeDocument/2006/relationships/image" Target="../media/image23.png"/><Relationship Id="rId19" Type="http://schemas.openxmlformats.org/officeDocument/2006/relationships/image" Target="../media/image32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svg"/><Relationship Id="rId3" Type="http://schemas.openxmlformats.org/officeDocument/2006/relationships/image" Target="../media/image2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svg"/><Relationship Id="rId25" Type="http://schemas.openxmlformats.org/officeDocument/2006/relationships/image" Target="../media/image55.png"/><Relationship Id="rId2" Type="http://schemas.openxmlformats.org/officeDocument/2006/relationships/image" Target="../media/image1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svg"/><Relationship Id="rId5" Type="http://schemas.openxmlformats.org/officeDocument/2006/relationships/image" Target="../media/image18.png"/><Relationship Id="rId15" Type="http://schemas.openxmlformats.org/officeDocument/2006/relationships/image" Target="../media/image45.svg"/><Relationship Id="rId23" Type="http://schemas.openxmlformats.org/officeDocument/2006/relationships/image" Target="../media/image53.png"/><Relationship Id="rId28" Type="http://schemas.openxmlformats.org/officeDocument/2006/relationships/image" Target="../media/image58.svg"/><Relationship Id="rId10" Type="http://schemas.openxmlformats.org/officeDocument/2006/relationships/image" Target="../media/image40.png"/><Relationship Id="rId19" Type="http://schemas.openxmlformats.org/officeDocument/2006/relationships/image" Target="../media/image49.svg"/><Relationship Id="rId4" Type="http://schemas.openxmlformats.org/officeDocument/2006/relationships/image" Target="../media/image17.png"/><Relationship Id="rId9" Type="http://schemas.openxmlformats.org/officeDocument/2006/relationships/image" Target="../media/image39.svg"/><Relationship Id="rId14" Type="http://schemas.openxmlformats.org/officeDocument/2006/relationships/image" Target="../media/image44.png"/><Relationship Id="rId22" Type="http://schemas.openxmlformats.org/officeDocument/2006/relationships/image" Target="../media/image52.svg"/><Relationship Id="rId27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1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1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1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.png"/><Relationship Id="rId7" Type="http://schemas.openxmlformats.org/officeDocument/2006/relationships/image" Target="../media/image7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18.png"/><Relationship Id="rId10" Type="http://schemas.openxmlformats.org/officeDocument/2006/relationships/image" Target="../media/image77.svg"/><Relationship Id="rId4" Type="http://schemas.openxmlformats.org/officeDocument/2006/relationships/image" Target="../media/image17.png"/><Relationship Id="rId9" Type="http://schemas.openxmlformats.org/officeDocument/2006/relationships/image" Target="../media/image7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2.png"/><Relationship Id="rId7" Type="http://schemas.openxmlformats.org/officeDocument/2006/relationships/image" Target="../media/image8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svg"/><Relationship Id="rId5" Type="http://schemas.openxmlformats.org/officeDocument/2006/relationships/image" Target="../media/image18.png"/><Relationship Id="rId10" Type="http://schemas.openxmlformats.org/officeDocument/2006/relationships/image" Target="../media/image83.png"/><Relationship Id="rId4" Type="http://schemas.openxmlformats.org/officeDocument/2006/relationships/image" Target="../media/image17.png"/><Relationship Id="rId9" Type="http://schemas.openxmlformats.org/officeDocument/2006/relationships/image" Target="../media/image8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svg"/><Relationship Id="rId3" Type="http://schemas.openxmlformats.org/officeDocument/2006/relationships/image" Target="../media/image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18.png"/><Relationship Id="rId10" Type="http://schemas.openxmlformats.org/officeDocument/2006/relationships/image" Target="../media/image89.svg"/><Relationship Id="rId4" Type="http://schemas.openxmlformats.org/officeDocument/2006/relationships/image" Target="../media/image17.png"/><Relationship Id="rId9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2.png"/><Relationship Id="rId7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BA51A0B-4C99-4672-B011-677F9A8901F3}"/>
              </a:ext>
            </a:extLst>
          </p:cNvPr>
          <p:cNvSpPr/>
          <p:nvPr/>
        </p:nvSpPr>
        <p:spPr>
          <a:xfrm>
            <a:off x="0" y="-20716"/>
            <a:ext cx="12192000" cy="687871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636AE8"/>
              </a:gs>
              <a:gs pos="83000">
                <a:srgbClr val="636AE8"/>
              </a:gs>
              <a:gs pos="100000">
                <a:srgbClr val="636AE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-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18ABED-A8DD-4DB9-B3D3-C22289FAE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1266"/>
            <a:ext cx="9144000" cy="901234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Caprasimo" panose="0208090404030B020404" pitchFamily="18" charset="0"/>
              </a:rPr>
              <a:t>CIRCULARIS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555908-B6C0-4779-A434-608906C00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49865"/>
            <a:ext cx="9144000" cy="901234"/>
          </a:xfrm>
        </p:spPr>
        <p:txBody>
          <a:bodyPr>
            <a:noAutofit/>
          </a:bodyPr>
          <a:lstStyle/>
          <a:p>
            <a:r>
              <a:rPr lang="pt-BR" sz="3000" b="1" kern="0" spc="150" dirty="0">
                <a:solidFill>
                  <a:schemeClr val="bg1"/>
                </a:solidFill>
                <a:latin typeface="Caprasimo" panose="0208090404030B020404" pitchFamily="18" charset="0"/>
                <a:ea typeface="ui-sans-serif" pitchFamily="34" charset="-122"/>
                <a:cs typeface="ui-sans-serif" pitchFamily="34" charset="-120"/>
              </a:rPr>
              <a:t>Plataforma Colaborativa de Troca </a:t>
            </a:r>
          </a:p>
          <a:p>
            <a:r>
              <a:rPr lang="pt-BR" sz="3000" b="1" kern="0" spc="150" dirty="0">
                <a:solidFill>
                  <a:schemeClr val="bg1"/>
                </a:solidFill>
                <a:latin typeface="Caprasimo" panose="0208090404030B020404" pitchFamily="18" charset="0"/>
                <a:ea typeface="ui-sans-serif" pitchFamily="34" charset="-122"/>
                <a:cs typeface="ui-sans-serif" pitchFamily="34" charset="-120"/>
              </a:rPr>
              <a:t>de Livros e Materiais Escolares:</a:t>
            </a:r>
            <a:endParaRPr lang="pt-BR" sz="3000" dirty="0">
              <a:solidFill>
                <a:schemeClr val="bg1"/>
              </a:solidFill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45F6490-59EA-45A3-9CEB-08933988FECB}"/>
              </a:ext>
            </a:extLst>
          </p:cNvPr>
          <p:cNvSpPr txBox="1">
            <a:spLocks/>
          </p:cNvSpPr>
          <p:nvPr/>
        </p:nvSpPr>
        <p:spPr>
          <a:xfrm>
            <a:off x="1524000" y="2302997"/>
            <a:ext cx="9144000" cy="9012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600" b="1" dirty="0">
                <a:solidFill>
                  <a:schemeClr val="bg1"/>
                </a:solidFill>
                <a:latin typeface="Nunito" pitchFamily="2" charset="0"/>
              </a:rPr>
              <a:t>Inclusão Digital e Sustentabilidade para </a:t>
            </a:r>
          </a:p>
          <a:p>
            <a:r>
              <a:rPr lang="pt-BR" sz="2600" b="1" dirty="0">
                <a:solidFill>
                  <a:schemeClr val="bg1"/>
                </a:solidFill>
                <a:latin typeface="Nunito" pitchFamily="2" charset="0"/>
              </a:rPr>
              <a:t>uma Educação de Qualidade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3B81606-561E-43C9-9890-AFDB50DD07FD}"/>
              </a:ext>
            </a:extLst>
          </p:cNvPr>
          <p:cNvSpPr/>
          <p:nvPr/>
        </p:nvSpPr>
        <p:spPr>
          <a:xfrm>
            <a:off x="6394606" y="3512033"/>
            <a:ext cx="5008880" cy="1748003"/>
          </a:xfrm>
          <a:prstGeom prst="roundRect">
            <a:avLst/>
          </a:prstGeom>
          <a:gradFill flip="none" rotWithShape="1">
            <a:gsLst>
              <a:gs pos="67000">
                <a:srgbClr val="6464F6"/>
              </a:gs>
              <a:gs pos="100000">
                <a:srgbClr val="6464F6"/>
              </a:gs>
              <a:gs pos="3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Subtítulo 2">
            <a:extLst>
              <a:ext uri="{FF2B5EF4-FFF2-40B4-BE49-F238E27FC236}">
                <a16:creationId xmlns:a16="http://schemas.microsoft.com/office/drawing/2014/main" id="{E89CEEF2-E816-4246-8B21-836AB40029B5}"/>
              </a:ext>
            </a:extLst>
          </p:cNvPr>
          <p:cNvSpPr txBox="1">
            <a:spLocks/>
          </p:cNvSpPr>
          <p:nvPr/>
        </p:nvSpPr>
        <p:spPr>
          <a:xfrm>
            <a:off x="7202363" y="3636247"/>
            <a:ext cx="1796117" cy="3918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CURSO</a:t>
            </a:r>
          </a:p>
        </p:txBody>
      </p:sp>
      <p:pic>
        <p:nvPicPr>
          <p:cNvPr id="24" name="Gráfico 23" descr="Chapéu de formatura">
            <a:extLst>
              <a:ext uri="{FF2B5EF4-FFF2-40B4-BE49-F238E27FC236}">
                <a16:creationId xmlns:a16="http://schemas.microsoft.com/office/drawing/2014/main" id="{EB65902A-39D3-48BF-BE69-9E7A720E9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7732" y="3440544"/>
            <a:ext cx="774410" cy="774410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1DC3B3D-4466-44B7-9CB4-308AEB10A0AC}"/>
              </a:ext>
            </a:extLst>
          </p:cNvPr>
          <p:cNvSpPr txBox="1"/>
          <p:nvPr/>
        </p:nvSpPr>
        <p:spPr>
          <a:xfrm>
            <a:off x="6486593" y="4080610"/>
            <a:ext cx="4674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Técnico em Desenvolvimento de Sistemas</a:t>
            </a:r>
          </a:p>
          <a:p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ETEC Guarulhos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6A850AA-95AB-4DB0-BC2C-BAA486878128}"/>
              </a:ext>
            </a:extLst>
          </p:cNvPr>
          <p:cNvSpPr/>
          <p:nvPr/>
        </p:nvSpPr>
        <p:spPr>
          <a:xfrm>
            <a:off x="735880" y="5517600"/>
            <a:ext cx="10667605" cy="884977"/>
          </a:xfrm>
          <a:prstGeom prst="roundRect">
            <a:avLst/>
          </a:prstGeom>
          <a:gradFill flip="none" rotWithShape="1">
            <a:gsLst>
              <a:gs pos="22000">
                <a:srgbClr val="6464F6"/>
              </a:gs>
              <a:gs pos="42000">
                <a:srgbClr val="49B3FF"/>
              </a:gs>
              <a:gs pos="80000">
                <a:srgbClr val="F3F4F6"/>
              </a:gs>
            </a:gsLst>
            <a:lin ang="1080000" scaled="0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446E2CE-B638-41DD-BC56-6C95DA9E65DD}"/>
              </a:ext>
            </a:extLst>
          </p:cNvPr>
          <p:cNvSpPr txBox="1"/>
          <p:nvPr/>
        </p:nvSpPr>
        <p:spPr>
          <a:xfrm>
            <a:off x="1068120" y="5929496"/>
            <a:ext cx="4107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Nunito" pitchFamily="2" charset="0"/>
              </a:rPr>
              <a:t>Prof. Jefferson Alves Brandão Xavier</a:t>
            </a:r>
          </a:p>
        </p:txBody>
      </p:sp>
      <p:sp>
        <p:nvSpPr>
          <p:cNvPr id="28" name="Subtítulo 2">
            <a:extLst>
              <a:ext uri="{FF2B5EF4-FFF2-40B4-BE49-F238E27FC236}">
                <a16:creationId xmlns:a16="http://schemas.microsoft.com/office/drawing/2014/main" id="{1AA0AD57-49E1-46C8-86C9-9A3338E4F972}"/>
              </a:ext>
            </a:extLst>
          </p:cNvPr>
          <p:cNvSpPr txBox="1">
            <a:spLocks/>
          </p:cNvSpPr>
          <p:nvPr/>
        </p:nvSpPr>
        <p:spPr>
          <a:xfrm>
            <a:off x="1569700" y="5629500"/>
            <a:ext cx="1831758" cy="3407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ORIENTADOR</a:t>
            </a:r>
          </a:p>
        </p:txBody>
      </p:sp>
      <p:pic>
        <p:nvPicPr>
          <p:cNvPr id="30" name="Gráfico 29" descr="Professor">
            <a:extLst>
              <a:ext uri="{FF2B5EF4-FFF2-40B4-BE49-F238E27FC236}">
                <a16:creationId xmlns:a16="http://schemas.microsoft.com/office/drawing/2014/main" id="{DEA3E4F0-95AD-4ED2-8969-38B74188B9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2138" y="5548390"/>
            <a:ext cx="487562" cy="487562"/>
          </a:xfrm>
          <a:prstGeom prst="rect">
            <a:avLst/>
          </a:prstGeom>
        </p:spPr>
      </p:pic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E003B996-5B47-4EBF-851D-FFBB9FBF72D1}"/>
              </a:ext>
            </a:extLst>
          </p:cNvPr>
          <p:cNvSpPr/>
          <p:nvPr/>
        </p:nvSpPr>
        <p:spPr>
          <a:xfrm rot="10800000">
            <a:off x="788516" y="3512032"/>
            <a:ext cx="5008880" cy="1748003"/>
          </a:xfrm>
          <a:prstGeom prst="roundRect">
            <a:avLst/>
          </a:prstGeom>
          <a:gradFill flip="none" rotWithShape="1">
            <a:gsLst>
              <a:gs pos="67000">
                <a:srgbClr val="6464F6"/>
              </a:gs>
              <a:gs pos="100000">
                <a:srgbClr val="6464F6"/>
              </a:gs>
              <a:gs pos="3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Gráfico 5" descr="Usuários">
            <a:extLst>
              <a:ext uri="{FF2B5EF4-FFF2-40B4-BE49-F238E27FC236}">
                <a16:creationId xmlns:a16="http://schemas.microsoft.com/office/drawing/2014/main" id="{085CCF85-52CD-4672-97AD-C4E09275B1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138" y="3465944"/>
            <a:ext cx="660251" cy="660251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AC3318C4-7C47-417E-AE5D-F0F931902719}"/>
              </a:ext>
            </a:extLst>
          </p:cNvPr>
          <p:cNvSpPr txBox="1">
            <a:spLocks/>
          </p:cNvSpPr>
          <p:nvPr/>
        </p:nvSpPr>
        <p:spPr>
          <a:xfrm>
            <a:off x="1742389" y="3593598"/>
            <a:ext cx="2247211" cy="3918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AUTOURAS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E4D79A6B-522D-4C61-8988-EE60CC7BD9D8}"/>
              </a:ext>
            </a:extLst>
          </p:cNvPr>
          <p:cNvSpPr txBox="1">
            <a:spLocks/>
          </p:cNvSpPr>
          <p:nvPr/>
        </p:nvSpPr>
        <p:spPr>
          <a:xfrm>
            <a:off x="986120" y="4023748"/>
            <a:ext cx="3652599" cy="991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Andréa Alves dos Santos</a:t>
            </a:r>
          </a:p>
          <a:p>
            <a:pPr algn="l"/>
            <a:r>
              <a:rPr lang="pt-B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Caroline Dias do Nascimento</a:t>
            </a:r>
          </a:p>
          <a:p>
            <a:pPr algn="l"/>
            <a:r>
              <a:rPr lang="pt-B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</a:rPr>
              <a:t>Raissa Chagas do Carmo</a:t>
            </a:r>
          </a:p>
          <a:p>
            <a:pPr algn="l"/>
            <a:endParaRPr lang="pt-BR" sz="2600" b="1" dirty="0">
              <a:solidFill>
                <a:srgbClr val="F3F4F6"/>
              </a:solidFill>
              <a:latin typeface="Nunito" pitchFamily="2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7E0C29-2184-4EB9-A1D0-CF88926234BD}"/>
              </a:ext>
            </a:extLst>
          </p:cNvPr>
          <p:cNvSpPr/>
          <p:nvPr/>
        </p:nvSpPr>
        <p:spPr>
          <a:xfrm>
            <a:off x="5727950" y="6475475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 pitchFamily="2" charset="0"/>
              </a:rPr>
              <a:t>2025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345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0204A66-F1A0-4AB4-8F40-F9B6CACD59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18ABED-A8DD-4DB9-B3D3-C22289FAE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172" y="615631"/>
            <a:ext cx="11239500" cy="463193"/>
          </a:xfrm>
        </p:spPr>
        <p:txBody>
          <a:bodyPr>
            <a:noAutofit/>
          </a:bodyPr>
          <a:lstStyle/>
          <a:p>
            <a:r>
              <a:rPr lang="pt-BR" sz="3200" b="1" spc="2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</a:rPr>
              <a:t>Problema, Objetivo, Justificativa e Hipótese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8770E27-109D-4410-9175-99ED45D73578}"/>
              </a:ext>
            </a:extLst>
          </p:cNvPr>
          <p:cNvGrpSpPr/>
          <p:nvPr/>
        </p:nvGrpSpPr>
        <p:grpSpPr>
          <a:xfrm>
            <a:off x="952500" y="1358936"/>
            <a:ext cx="571500" cy="571500"/>
            <a:chOff x="952500" y="1817175"/>
            <a:chExt cx="571500" cy="571500"/>
          </a:xfrm>
        </p:grpSpPr>
        <p:pic>
          <p:nvPicPr>
            <p:cNvPr id="31" name="Image 9" descr="preencoded.png">
              <a:extLst>
                <a:ext uri="{FF2B5EF4-FFF2-40B4-BE49-F238E27FC236}">
                  <a16:creationId xmlns:a16="http://schemas.microsoft.com/office/drawing/2014/main" id="{B50C06DD-348C-4C6E-A06F-C1BE2FE4D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0" y="1817175"/>
              <a:ext cx="571500" cy="571500"/>
            </a:xfrm>
            <a:prstGeom prst="rect">
              <a:avLst/>
            </a:prstGeom>
          </p:spPr>
        </p:pic>
        <p:pic>
          <p:nvPicPr>
            <p:cNvPr id="32" name="Image 10" descr="preencoded.png">
              <a:extLst>
                <a:ext uri="{FF2B5EF4-FFF2-40B4-BE49-F238E27FC236}">
                  <a16:creationId xmlns:a16="http://schemas.microsoft.com/office/drawing/2014/main" id="{95D2A32F-CE26-4A9B-92F5-95248A078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3950" y="1931475"/>
              <a:ext cx="228600" cy="304800"/>
            </a:xfrm>
            <a:prstGeom prst="rect">
              <a:avLst/>
            </a:prstGeom>
          </p:spPr>
        </p:pic>
      </p:grpSp>
      <p:sp>
        <p:nvSpPr>
          <p:cNvPr id="33" name="Text 5">
            <a:extLst>
              <a:ext uri="{FF2B5EF4-FFF2-40B4-BE49-F238E27FC236}">
                <a16:creationId xmlns:a16="http://schemas.microsoft.com/office/drawing/2014/main" id="{DC1AC281-02D5-4E5D-9746-1EF66907E4EF}"/>
              </a:ext>
            </a:extLst>
          </p:cNvPr>
          <p:cNvSpPr/>
          <p:nvPr/>
        </p:nvSpPr>
        <p:spPr>
          <a:xfrm>
            <a:off x="1684383" y="1520706"/>
            <a:ext cx="2357718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500" b="1" spc="200" dirty="0">
                <a:solidFill>
                  <a:srgbClr val="991B1B"/>
                </a:solidFill>
                <a:latin typeface="Arial Black" panose="020B0A04020102020204" pitchFamily="34" charset="0"/>
                <a:ea typeface="ui-sans-serif" pitchFamily="34" charset="-122"/>
                <a:cs typeface="Times New Roman" panose="02020603050405020304" pitchFamily="18" charset="0"/>
              </a:rPr>
              <a:t>Problema</a:t>
            </a:r>
            <a:endParaRPr lang="en-US" sz="2500" spc="2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Subtítulo 17">
            <a:extLst>
              <a:ext uri="{FF2B5EF4-FFF2-40B4-BE49-F238E27FC236}">
                <a16:creationId xmlns:a16="http://schemas.microsoft.com/office/drawing/2014/main" id="{457FE0FC-83FF-4B9E-9746-F347B71E0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7526" y="2014696"/>
            <a:ext cx="4744722" cy="1325046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pt-BR" sz="6400" b="1" noProof="1">
                <a:latin typeface="Nunito" pitchFamily="2" charset="0"/>
                <a:ea typeface="ui-sans-serif" pitchFamily="34" charset="-122"/>
                <a:cs typeface="Times New Roman" panose="02020603050405020304" pitchFamily="18" charset="0"/>
              </a:rPr>
              <a:t>Desigualdade no acesso a materiais escolares e descarte inadequado desses recursos ao final do ano letivo</a:t>
            </a:r>
            <a:r>
              <a:rPr lang="pt-BR" sz="7200" b="1" noProof="1">
                <a:latin typeface="Nunito" pitchFamily="2" charset="0"/>
                <a:ea typeface="ui-sans-serif" pitchFamily="34" charset="-122"/>
                <a:cs typeface="Times New Roman" panose="02020603050405020304" pitchFamily="18" charset="0"/>
              </a:rPr>
              <a:t>.</a:t>
            </a:r>
            <a:endParaRPr lang="pt-BR" sz="7200" b="1" noProof="1">
              <a:latin typeface="Nunito" pitchFamily="2" charset="0"/>
              <a:cs typeface="Times New Roman" panose="02020603050405020304" pitchFamily="18" charset="0"/>
            </a:endParaRPr>
          </a:p>
          <a:p>
            <a:pPr algn="l"/>
            <a:endParaRPr lang="pt-BR" dirty="0"/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BBCACEBE-2EBB-4995-BFAF-D6F6EDD786F8}"/>
              </a:ext>
            </a:extLst>
          </p:cNvPr>
          <p:cNvGrpSpPr/>
          <p:nvPr/>
        </p:nvGrpSpPr>
        <p:grpSpPr>
          <a:xfrm>
            <a:off x="6486593" y="1368901"/>
            <a:ext cx="571500" cy="571500"/>
            <a:chOff x="6400800" y="1219200"/>
            <a:chExt cx="571500" cy="571500"/>
          </a:xfrm>
        </p:grpSpPr>
        <p:pic>
          <p:nvPicPr>
            <p:cNvPr id="41" name="Image 6" descr="preencoded.png">
              <a:extLst>
                <a:ext uri="{FF2B5EF4-FFF2-40B4-BE49-F238E27FC236}">
                  <a16:creationId xmlns:a16="http://schemas.microsoft.com/office/drawing/2014/main" id="{D961DCB6-A0C8-442D-9243-E14C973AE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0800" y="1219200"/>
              <a:ext cx="571500" cy="571500"/>
            </a:xfrm>
            <a:prstGeom prst="rect">
              <a:avLst/>
            </a:prstGeom>
          </p:spPr>
        </p:pic>
        <p:pic>
          <p:nvPicPr>
            <p:cNvPr id="42" name="Image 7" descr="preencoded.png">
              <a:extLst>
                <a:ext uri="{FF2B5EF4-FFF2-40B4-BE49-F238E27FC236}">
                  <a16:creationId xmlns:a16="http://schemas.microsoft.com/office/drawing/2014/main" id="{A08554B8-BF31-45B2-955B-48BBF264E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72250" y="1352550"/>
              <a:ext cx="228600" cy="304800"/>
            </a:xfrm>
            <a:prstGeom prst="rect">
              <a:avLst/>
            </a:prstGeom>
          </p:spPr>
        </p:pic>
      </p:grpSp>
      <p:sp>
        <p:nvSpPr>
          <p:cNvPr id="43" name="Text 3">
            <a:extLst>
              <a:ext uri="{FF2B5EF4-FFF2-40B4-BE49-F238E27FC236}">
                <a16:creationId xmlns:a16="http://schemas.microsoft.com/office/drawing/2014/main" id="{DA569592-6128-4C09-A6EF-FC37CFF9EF86}"/>
              </a:ext>
            </a:extLst>
          </p:cNvPr>
          <p:cNvSpPr/>
          <p:nvPr/>
        </p:nvSpPr>
        <p:spPr>
          <a:xfrm>
            <a:off x="7161135" y="1469546"/>
            <a:ext cx="3617387" cy="3031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500" b="1" spc="200" dirty="0">
                <a:solidFill>
                  <a:srgbClr val="166534"/>
                </a:solidFill>
                <a:latin typeface="Arial Black" panose="020B0A04020102020204" pitchFamily="34" charset="0"/>
                <a:ea typeface="ui-sans-serif" pitchFamily="34" charset="-122"/>
                <a:cs typeface="Times New Roman" panose="02020603050405020304" pitchFamily="18" charset="0"/>
              </a:rPr>
              <a:t>Objetivo Geral</a:t>
            </a:r>
            <a:endParaRPr lang="en-US" sz="2500" spc="2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8B6C13E9-5064-483F-BC0C-E6B445DDB253}"/>
              </a:ext>
            </a:extLst>
          </p:cNvPr>
          <p:cNvSpPr/>
          <p:nvPr/>
        </p:nvSpPr>
        <p:spPr>
          <a:xfrm>
            <a:off x="6539774" y="2011986"/>
            <a:ext cx="4478383" cy="13304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Nunito" pitchFamily="2" charset="0"/>
                <a:ea typeface="ui-sans-serif" pitchFamily="34" charset="-122"/>
                <a:cs typeface="Times New Roman" panose="02020603050405020304" pitchFamily="18" charset="0"/>
              </a:rPr>
              <a:t>Desenvolver plataforma colaborativa digital para facilitar troca e reutilização consciente de livros e materiais escolares.</a:t>
            </a:r>
            <a:endParaRPr lang="en-US" sz="1600" b="1" dirty="0">
              <a:latin typeface="Nunito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9B2202E2-A2CB-49BF-A216-6D354ADB9D68}"/>
              </a:ext>
            </a:extLst>
          </p:cNvPr>
          <p:cNvGrpSpPr/>
          <p:nvPr/>
        </p:nvGrpSpPr>
        <p:grpSpPr>
          <a:xfrm>
            <a:off x="952500" y="3876771"/>
            <a:ext cx="571500" cy="571500"/>
            <a:chOff x="495300" y="1219200"/>
            <a:chExt cx="571500" cy="571500"/>
          </a:xfrm>
        </p:grpSpPr>
        <p:pic>
          <p:nvPicPr>
            <p:cNvPr id="46" name="Image 3" descr="preencoded.png">
              <a:extLst>
                <a:ext uri="{FF2B5EF4-FFF2-40B4-BE49-F238E27FC236}">
                  <a16:creationId xmlns:a16="http://schemas.microsoft.com/office/drawing/2014/main" id="{D15C7D98-63FB-4A3E-A97A-627E18678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5300" y="1219200"/>
              <a:ext cx="571500" cy="571500"/>
            </a:xfrm>
            <a:prstGeom prst="rect">
              <a:avLst/>
            </a:prstGeom>
          </p:spPr>
        </p:pic>
        <p:pic>
          <p:nvPicPr>
            <p:cNvPr id="47" name="Image 4" descr="preencoded.png">
              <a:extLst>
                <a:ext uri="{FF2B5EF4-FFF2-40B4-BE49-F238E27FC236}">
                  <a16:creationId xmlns:a16="http://schemas.microsoft.com/office/drawing/2014/main" id="{2B5F329D-1C70-4E7F-AE32-8C37E0E0B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5325" y="1352550"/>
              <a:ext cx="171450" cy="304800"/>
            </a:xfrm>
            <a:prstGeom prst="rect">
              <a:avLst/>
            </a:prstGeom>
          </p:spPr>
        </p:pic>
      </p:grpSp>
      <p:sp>
        <p:nvSpPr>
          <p:cNvPr id="48" name="Text 1">
            <a:extLst>
              <a:ext uri="{FF2B5EF4-FFF2-40B4-BE49-F238E27FC236}">
                <a16:creationId xmlns:a16="http://schemas.microsoft.com/office/drawing/2014/main" id="{70F5C6F9-2362-4C5E-880E-A4FFA56F1212}"/>
              </a:ext>
            </a:extLst>
          </p:cNvPr>
          <p:cNvSpPr/>
          <p:nvPr/>
        </p:nvSpPr>
        <p:spPr>
          <a:xfrm>
            <a:off x="1684382" y="3991521"/>
            <a:ext cx="2614599" cy="3204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500" b="1" spc="200" dirty="0">
                <a:solidFill>
                  <a:srgbClr val="1E40AF"/>
                </a:solidFill>
                <a:latin typeface="Arial Black" panose="020B0A04020102020204" pitchFamily="34" charset="0"/>
                <a:ea typeface="ui-sans-serif" pitchFamily="34" charset="-122"/>
                <a:cs typeface="Times New Roman" panose="02020603050405020304" pitchFamily="18" charset="0"/>
              </a:rPr>
              <a:t>Justificativa</a:t>
            </a:r>
            <a:endParaRPr lang="en-US" sz="2500" spc="2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6274783B-4FA2-44AB-9ED8-E51FE475A7D8}"/>
              </a:ext>
            </a:extLst>
          </p:cNvPr>
          <p:cNvSpPr/>
          <p:nvPr/>
        </p:nvSpPr>
        <p:spPr>
          <a:xfrm>
            <a:off x="952500" y="4499199"/>
            <a:ext cx="4689748" cy="14245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Nunito" pitchFamily="2" charset="0"/>
                <a:ea typeface="ui-sans-serif" pitchFamily="34" charset="-122"/>
                <a:cs typeface="Times New Roman" panose="02020603050405020304" pitchFamily="18" charset="0"/>
              </a:rPr>
              <a:t>Necessidade de promover inclusão digital, sustentabilidade e acesso a materiais escolares em comunidades vulneráveis, combatendo o desperdício e a desigualdade educacional.</a:t>
            </a:r>
            <a:endParaRPr lang="en-US" sz="1600" b="1" dirty="0">
              <a:latin typeface="Nunito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6F3444B-E263-40F1-822B-B113D93F93A9}"/>
              </a:ext>
            </a:extLst>
          </p:cNvPr>
          <p:cNvGrpSpPr/>
          <p:nvPr/>
        </p:nvGrpSpPr>
        <p:grpSpPr>
          <a:xfrm>
            <a:off x="6486593" y="3873797"/>
            <a:ext cx="571500" cy="571500"/>
            <a:chOff x="6444264" y="4355076"/>
            <a:chExt cx="571500" cy="571500"/>
          </a:xfrm>
        </p:grpSpPr>
        <p:pic>
          <p:nvPicPr>
            <p:cNvPr id="51" name="Image 12" descr="preencoded.png">
              <a:extLst>
                <a:ext uri="{FF2B5EF4-FFF2-40B4-BE49-F238E27FC236}">
                  <a16:creationId xmlns:a16="http://schemas.microsoft.com/office/drawing/2014/main" id="{EC4FC7CB-AF1A-4CC9-97FA-5E4146102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444264" y="4355076"/>
              <a:ext cx="571500" cy="571500"/>
            </a:xfrm>
            <a:prstGeom prst="rect">
              <a:avLst/>
            </a:prstGeom>
          </p:spPr>
        </p:pic>
        <p:pic>
          <p:nvPicPr>
            <p:cNvPr id="52" name="Image 13" descr="preencoded.png">
              <a:extLst>
                <a:ext uri="{FF2B5EF4-FFF2-40B4-BE49-F238E27FC236}">
                  <a16:creationId xmlns:a16="http://schemas.microsoft.com/office/drawing/2014/main" id="{6FCFB259-E0D4-4C18-A233-2D3671E4F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615714" y="4488426"/>
              <a:ext cx="228600" cy="304800"/>
            </a:xfrm>
            <a:prstGeom prst="rect">
              <a:avLst/>
            </a:prstGeom>
          </p:spPr>
        </p:pic>
      </p:grpSp>
      <p:sp>
        <p:nvSpPr>
          <p:cNvPr id="53" name="Text 7">
            <a:extLst>
              <a:ext uri="{FF2B5EF4-FFF2-40B4-BE49-F238E27FC236}">
                <a16:creationId xmlns:a16="http://schemas.microsoft.com/office/drawing/2014/main" id="{50A989D4-81B5-4BB1-995A-CBEB10944B45}"/>
              </a:ext>
            </a:extLst>
          </p:cNvPr>
          <p:cNvSpPr/>
          <p:nvPr/>
        </p:nvSpPr>
        <p:spPr>
          <a:xfrm>
            <a:off x="7161135" y="4021764"/>
            <a:ext cx="2093387" cy="34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500" b="1" spc="200" dirty="0">
                <a:solidFill>
                  <a:srgbClr val="D48B5A"/>
                </a:solidFill>
                <a:latin typeface="Arial Black" panose="020B0A04020102020204" pitchFamily="34" charset="0"/>
                <a:ea typeface="ui-sans-serif" pitchFamily="34" charset="-122"/>
                <a:cs typeface="Times New Roman" panose="02020603050405020304" pitchFamily="18" charset="0"/>
              </a:rPr>
              <a:t>Hipótese</a:t>
            </a:r>
            <a:endParaRPr lang="en-US" sz="2500" spc="200" dirty="0">
              <a:solidFill>
                <a:srgbClr val="D48B5A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2240EB2A-3EB6-41C2-A4A8-A5CF09481244}"/>
              </a:ext>
            </a:extLst>
          </p:cNvPr>
          <p:cNvSpPr/>
          <p:nvPr/>
        </p:nvSpPr>
        <p:spPr>
          <a:xfrm>
            <a:off x="6486593" y="4499199"/>
            <a:ext cx="4478383" cy="12897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Nunito" pitchFamily="2" charset="0"/>
                <a:ea typeface="ui-sans-serif" pitchFamily="34" charset="-122"/>
                <a:cs typeface="Times New Roman" panose="02020603050405020304" pitchFamily="18" charset="0"/>
              </a:rPr>
              <a:t>A criação desta plataforma pode facilitar a troca de materiais, contribuindo para inclusão digital, redução de desigualdades e promoção da economia circular.</a:t>
            </a:r>
            <a:endParaRPr lang="en-US" sz="1600" b="1" dirty="0">
              <a:latin typeface="Nunito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D50A5002-3814-41B4-94EF-DAF6795DC260}"/>
              </a:ext>
            </a:extLst>
          </p:cNvPr>
          <p:cNvSpPr/>
          <p:nvPr/>
        </p:nvSpPr>
        <p:spPr>
          <a:xfrm>
            <a:off x="6283960" y="1215015"/>
            <a:ext cx="4955540" cy="2416215"/>
          </a:xfrm>
          <a:prstGeom prst="roundRect">
            <a:avLst>
              <a:gd name="adj" fmla="val 3801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F305C76-ADAC-49B9-AB04-0261EEB22A35}"/>
              </a:ext>
            </a:extLst>
          </p:cNvPr>
          <p:cNvSpPr/>
          <p:nvPr/>
        </p:nvSpPr>
        <p:spPr>
          <a:xfrm>
            <a:off x="792117" y="1210517"/>
            <a:ext cx="4955540" cy="2416215"/>
          </a:xfrm>
          <a:prstGeom prst="roundRect">
            <a:avLst>
              <a:gd name="adj" fmla="val 380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6136F015-79CB-40B3-A7C3-9CC2C57CB901}"/>
              </a:ext>
            </a:extLst>
          </p:cNvPr>
          <p:cNvSpPr/>
          <p:nvPr/>
        </p:nvSpPr>
        <p:spPr>
          <a:xfrm>
            <a:off x="792117" y="3748347"/>
            <a:ext cx="4955540" cy="2416215"/>
          </a:xfrm>
          <a:prstGeom prst="roundRect">
            <a:avLst>
              <a:gd name="adj" fmla="val 3801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9DE312EF-03BE-49B1-A869-132074DBDB3C}"/>
              </a:ext>
            </a:extLst>
          </p:cNvPr>
          <p:cNvSpPr/>
          <p:nvPr/>
        </p:nvSpPr>
        <p:spPr>
          <a:xfrm>
            <a:off x="6283960" y="3743458"/>
            <a:ext cx="4955540" cy="2416215"/>
          </a:xfrm>
          <a:prstGeom prst="roundRect">
            <a:avLst>
              <a:gd name="adj" fmla="val 3801"/>
            </a:avLst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57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43">
            <a:extLst>
              <a:ext uri="{FF2B5EF4-FFF2-40B4-BE49-F238E27FC236}">
                <a16:creationId xmlns:a16="http://schemas.microsoft.com/office/drawing/2014/main" id="{7705072C-C831-4AD7-9EE5-E10029D9AF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-63794" y="64768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600" b="1" spc="2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Objetivos Específicos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8F8F6DA-4A97-454C-9339-A2C189124A62}"/>
              </a:ext>
            </a:extLst>
          </p:cNvPr>
          <p:cNvSpPr/>
          <p:nvPr/>
        </p:nvSpPr>
        <p:spPr>
          <a:xfrm>
            <a:off x="345540" y="1383713"/>
            <a:ext cx="2589480" cy="2228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0DA99CF7-0964-4AD0-9025-0B8907A5CF24}"/>
              </a:ext>
            </a:extLst>
          </p:cNvPr>
          <p:cNvSpPr/>
          <p:nvPr/>
        </p:nvSpPr>
        <p:spPr>
          <a:xfrm>
            <a:off x="3333750" y="1383713"/>
            <a:ext cx="2589480" cy="2228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1C9FC0E4-F444-4401-806F-8DFBDD7EB307}"/>
              </a:ext>
            </a:extLst>
          </p:cNvPr>
          <p:cNvSpPr/>
          <p:nvPr/>
        </p:nvSpPr>
        <p:spPr>
          <a:xfrm>
            <a:off x="6268770" y="1383713"/>
            <a:ext cx="2589480" cy="2228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F364B189-5234-4FD4-B75D-B37B8E3C71CA}"/>
              </a:ext>
            </a:extLst>
          </p:cNvPr>
          <p:cNvSpPr/>
          <p:nvPr/>
        </p:nvSpPr>
        <p:spPr>
          <a:xfrm>
            <a:off x="9203790" y="1383713"/>
            <a:ext cx="2589480" cy="2228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CA692AEF-57D4-4A39-8920-178F42177182}"/>
              </a:ext>
            </a:extLst>
          </p:cNvPr>
          <p:cNvSpPr/>
          <p:nvPr/>
        </p:nvSpPr>
        <p:spPr>
          <a:xfrm>
            <a:off x="345540" y="3876725"/>
            <a:ext cx="2589480" cy="2228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2708D9A-18E2-48E9-BF4C-73B8F79D5D79}"/>
              </a:ext>
            </a:extLst>
          </p:cNvPr>
          <p:cNvSpPr/>
          <p:nvPr/>
        </p:nvSpPr>
        <p:spPr>
          <a:xfrm>
            <a:off x="3333750" y="3876725"/>
            <a:ext cx="2589480" cy="2228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34BC10FC-765E-4475-AB74-C4BD9D6265E4}"/>
              </a:ext>
            </a:extLst>
          </p:cNvPr>
          <p:cNvSpPr/>
          <p:nvPr/>
        </p:nvSpPr>
        <p:spPr>
          <a:xfrm>
            <a:off x="6268770" y="3876725"/>
            <a:ext cx="5524500" cy="22288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C7B53C5-F31C-4170-81A4-F5BCF460C170}"/>
              </a:ext>
            </a:extLst>
          </p:cNvPr>
          <p:cNvSpPr/>
          <p:nvPr/>
        </p:nvSpPr>
        <p:spPr>
          <a:xfrm>
            <a:off x="1356051" y="1658827"/>
            <a:ext cx="568457" cy="561170"/>
          </a:xfrm>
          <a:prstGeom prst="roundRect">
            <a:avLst/>
          </a:prstGeom>
          <a:solidFill>
            <a:srgbClr val="D5B8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5" name="Gráfico 64" descr="Laptop">
            <a:extLst>
              <a:ext uri="{FF2B5EF4-FFF2-40B4-BE49-F238E27FC236}">
                <a16:creationId xmlns:a16="http://schemas.microsoft.com/office/drawing/2014/main" id="{50E5E6ED-78AF-4F8D-861B-9D34E80DEF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35751" y="1734884"/>
            <a:ext cx="409055" cy="409055"/>
          </a:xfrm>
          <a:prstGeom prst="rect">
            <a:avLst/>
          </a:prstGeom>
        </p:spPr>
      </p:pic>
      <p:sp>
        <p:nvSpPr>
          <p:cNvPr id="66" name="Text 1">
            <a:extLst>
              <a:ext uri="{FF2B5EF4-FFF2-40B4-BE49-F238E27FC236}">
                <a16:creationId xmlns:a16="http://schemas.microsoft.com/office/drawing/2014/main" id="{FEBCF203-46F6-412A-A77C-96412D9DB406}"/>
              </a:ext>
            </a:extLst>
          </p:cNvPr>
          <p:cNvSpPr/>
          <p:nvPr/>
        </p:nvSpPr>
        <p:spPr>
          <a:xfrm>
            <a:off x="691706" y="2367204"/>
            <a:ext cx="1897143" cy="2339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600" b="1" spc="150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Interface</a:t>
            </a:r>
            <a:endParaRPr lang="en-US" sz="2600" spc="150" dirty="0">
              <a:latin typeface="Nunito" pitchFamily="2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88F8EF3B-A31F-4DCD-B588-60C17C6DD782}"/>
              </a:ext>
            </a:extLst>
          </p:cNvPr>
          <p:cNvSpPr/>
          <p:nvPr/>
        </p:nvSpPr>
        <p:spPr>
          <a:xfrm>
            <a:off x="601052" y="2732646"/>
            <a:ext cx="2067498" cy="680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Design adaptável a diferentes dispositivos e plataformas</a:t>
            </a:r>
            <a:endParaRPr lang="en-US" sz="1400" b="1" dirty="0">
              <a:latin typeface="Nunito" pitchFamily="2" charset="0"/>
            </a:endParaRP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A16B96D0-F73F-4F03-9E84-EE36D5DFCCCF}"/>
              </a:ext>
            </a:extLst>
          </p:cNvPr>
          <p:cNvSpPr/>
          <p:nvPr/>
        </p:nvSpPr>
        <p:spPr>
          <a:xfrm>
            <a:off x="4344261" y="1658827"/>
            <a:ext cx="568457" cy="5611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F2734843-8D3C-4B68-ABB0-14FDA9BF07A2}"/>
              </a:ext>
            </a:extLst>
          </p:cNvPr>
          <p:cNvSpPr/>
          <p:nvPr/>
        </p:nvSpPr>
        <p:spPr>
          <a:xfrm>
            <a:off x="7279281" y="1658827"/>
            <a:ext cx="568457" cy="5611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2E4A2C18-1071-48CA-B49F-63D5C4AD02E5}"/>
              </a:ext>
            </a:extLst>
          </p:cNvPr>
          <p:cNvSpPr/>
          <p:nvPr/>
        </p:nvSpPr>
        <p:spPr>
          <a:xfrm>
            <a:off x="10214301" y="1658826"/>
            <a:ext cx="568457" cy="5611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C4774431-E99F-4502-931A-917D9771466F}"/>
              </a:ext>
            </a:extLst>
          </p:cNvPr>
          <p:cNvSpPr/>
          <p:nvPr/>
        </p:nvSpPr>
        <p:spPr>
          <a:xfrm>
            <a:off x="1356051" y="4201089"/>
            <a:ext cx="568457" cy="5611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DC6AD2A2-82D2-408F-A4F1-F145A3A230DE}"/>
              </a:ext>
            </a:extLst>
          </p:cNvPr>
          <p:cNvSpPr/>
          <p:nvPr/>
        </p:nvSpPr>
        <p:spPr>
          <a:xfrm>
            <a:off x="4344260" y="4201089"/>
            <a:ext cx="568457" cy="561170"/>
          </a:xfrm>
          <a:prstGeom prst="roundRect">
            <a:avLst/>
          </a:prstGeom>
          <a:solidFill>
            <a:srgbClr val="FFE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22C8056-1EC1-498E-BB17-C4CBED7CD448}"/>
              </a:ext>
            </a:extLst>
          </p:cNvPr>
          <p:cNvSpPr/>
          <p:nvPr/>
        </p:nvSpPr>
        <p:spPr>
          <a:xfrm>
            <a:off x="8746791" y="4201089"/>
            <a:ext cx="568457" cy="5611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4" name="Gráfico 73" descr="Crachá de funcionário">
            <a:extLst>
              <a:ext uri="{FF2B5EF4-FFF2-40B4-BE49-F238E27FC236}">
                <a16:creationId xmlns:a16="http://schemas.microsoft.com/office/drawing/2014/main" id="{AF08BF7C-360E-4426-8435-65047ECF9D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34385" y="1731195"/>
            <a:ext cx="388206" cy="388206"/>
          </a:xfrm>
          <a:prstGeom prst="rect">
            <a:avLst/>
          </a:prstGeom>
        </p:spPr>
      </p:pic>
      <p:sp>
        <p:nvSpPr>
          <p:cNvPr id="75" name="Text 3">
            <a:extLst>
              <a:ext uri="{FF2B5EF4-FFF2-40B4-BE49-F238E27FC236}">
                <a16:creationId xmlns:a16="http://schemas.microsoft.com/office/drawing/2014/main" id="{302F33D1-E057-47F3-ADBA-942B3EB58E9A}"/>
              </a:ext>
            </a:extLst>
          </p:cNvPr>
          <p:cNvSpPr/>
          <p:nvPr/>
        </p:nvSpPr>
        <p:spPr>
          <a:xfrm>
            <a:off x="3827635" y="2367204"/>
            <a:ext cx="1601706" cy="2710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pt-BR" sz="2600" b="1" spc="150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Cadastro</a:t>
            </a:r>
            <a:endParaRPr lang="pt-BR" sz="2600" spc="150" dirty="0">
              <a:latin typeface="Nunito" pitchFamily="2" charset="0"/>
            </a:endParaRPr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F053B537-ED56-4C4F-9EE8-F777D08BD7DF}"/>
              </a:ext>
            </a:extLst>
          </p:cNvPr>
          <p:cNvSpPr/>
          <p:nvPr/>
        </p:nvSpPr>
        <p:spPr>
          <a:xfrm>
            <a:off x="3583807" y="2764424"/>
            <a:ext cx="2089361" cy="678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Autenticação e proteção de dados pessoais</a:t>
            </a:r>
            <a:endParaRPr lang="en-US" sz="1400" b="1" dirty="0">
              <a:latin typeface="Nunito" pitchFamily="2" charset="0"/>
            </a:endParaRPr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B327B40E-575F-4D12-BA1E-ACE363227148}"/>
              </a:ext>
            </a:extLst>
          </p:cNvPr>
          <p:cNvSpPr/>
          <p:nvPr/>
        </p:nvSpPr>
        <p:spPr>
          <a:xfrm>
            <a:off x="6788244" y="2358493"/>
            <a:ext cx="1550530" cy="2131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pt-BR" sz="2600" b="1" spc="150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Busca</a:t>
            </a:r>
            <a:endParaRPr lang="pt-BR" sz="2600" spc="150" dirty="0">
              <a:latin typeface="Nunito" pitchFamily="2" charset="0"/>
            </a:endParaRPr>
          </a:p>
        </p:txBody>
      </p:sp>
      <p:pic>
        <p:nvPicPr>
          <p:cNvPr id="78" name="Gráfico 77" descr="Lupa">
            <a:extLst>
              <a:ext uri="{FF2B5EF4-FFF2-40B4-BE49-F238E27FC236}">
                <a16:creationId xmlns:a16="http://schemas.microsoft.com/office/drawing/2014/main" id="{FF6926BE-5858-4BC5-893A-DB74B182E4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97418" y="1758651"/>
            <a:ext cx="332182" cy="332182"/>
          </a:xfrm>
          <a:prstGeom prst="rect">
            <a:avLst/>
          </a:prstGeom>
        </p:spPr>
      </p:pic>
      <p:sp>
        <p:nvSpPr>
          <p:cNvPr id="79" name="Text 6">
            <a:extLst>
              <a:ext uri="{FF2B5EF4-FFF2-40B4-BE49-F238E27FC236}">
                <a16:creationId xmlns:a16="http://schemas.microsoft.com/office/drawing/2014/main" id="{6419EC4C-42C1-4A0C-B0F5-7921C1EB60EC}"/>
              </a:ext>
            </a:extLst>
          </p:cNvPr>
          <p:cNvSpPr/>
          <p:nvPr/>
        </p:nvSpPr>
        <p:spPr>
          <a:xfrm>
            <a:off x="6402426" y="2737577"/>
            <a:ext cx="232216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Sistema eficiente para localizar livros e materiais</a:t>
            </a:r>
            <a:endParaRPr lang="en-US" sz="1400" b="1" dirty="0">
              <a:latin typeface="Nunito" pitchFamily="2" charset="0"/>
            </a:endParaRPr>
          </a:p>
        </p:txBody>
      </p:sp>
      <p:pic>
        <p:nvPicPr>
          <p:cNvPr id="80" name="Gráfico 79" descr="Chat">
            <a:extLst>
              <a:ext uri="{FF2B5EF4-FFF2-40B4-BE49-F238E27FC236}">
                <a16:creationId xmlns:a16="http://schemas.microsoft.com/office/drawing/2014/main" id="{5C52BE72-DB69-4820-BF10-E1B4C55860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64738" y="1705620"/>
            <a:ext cx="467582" cy="467582"/>
          </a:xfrm>
          <a:prstGeom prst="rect">
            <a:avLst/>
          </a:prstGeom>
        </p:spPr>
      </p:pic>
      <p:sp>
        <p:nvSpPr>
          <p:cNvPr id="81" name="Text 7">
            <a:extLst>
              <a:ext uri="{FF2B5EF4-FFF2-40B4-BE49-F238E27FC236}">
                <a16:creationId xmlns:a16="http://schemas.microsoft.com/office/drawing/2014/main" id="{44FBFAA0-0DAC-42DC-922B-548AC490094E}"/>
              </a:ext>
            </a:extLst>
          </p:cNvPr>
          <p:cNvSpPr/>
          <p:nvPr/>
        </p:nvSpPr>
        <p:spPr>
          <a:xfrm>
            <a:off x="10045397" y="2396074"/>
            <a:ext cx="906264" cy="3211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600" b="1" spc="150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Chat</a:t>
            </a:r>
            <a:endParaRPr lang="en-US" sz="2600" spc="150" dirty="0">
              <a:latin typeface="Nunito" pitchFamily="2" charset="0"/>
            </a:endParaRPr>
          </a:p>
        </p:txBody>
      </p:sp>
      <p:sp>
        <p:nvSpPr>
          <p:cNvPr id="82" name="Text 8">
            <a:extLst>
              <a:ext uri="{FF2B5EF4-FFF2-40B4-BE49-F238E27FC236}">
                <a16:creationId xmlns:a16="http://schemas.microsoft.com/office/drawing/2014/main" id="{5D79EFAC-F6DA-489A-8A65-ACB8CB702E2C}"/>
              </a:ext>
            </a:extLst>
          </p:cNvPr>
          <p:cNvSpPr/>
          <p:nvPr/>
        </p:nvSpPr>
        <p:spPr>
          <a:xfrm>
            <a:off x="9360679" y="2717269"/>
            <a:ext cx="2275700" cy="6002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Mensagens instantâneas entre usuários cadastrados</a:t>
            </a:r>
            <a:endParaRPr lang="en-US" sz="1400" b="1" dirty="0">
              <a:latin typeface="Nunito" pitchFamily="2" charset="0"/>
            </a:endParaRPr>
          </a:p>
        </p:txBody>
      </p:sp>
      <p:sp>
        <p:nvSpPr>
          <p:cNvPr id="84" name="Text 9">
            <a:extLst>
              <a:ext uri="{FF2B5EF4-FFF2-40B4-BE49-F238E27FC236}">
                <a16:creationId xmlns:a16="http://schemas.microsoft.com/office/drawing/2014/main" id="{7C957904-69F6-47CC-8701-F19CC3695C11}"/>
              </a:ext>
            </a:extLst>
          </p:cNvPr>
          <p:cNvSpPr/>
          <p:nvPr/>
        </p:nvSpPr>
        <p:spPr>
          <a:xfrm>
            <a:off x="586941" y="4961496"/>
            <a:ext cx="2095719" cy="2750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pt-BR" sz="2600" b="1" spc="150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Gamificação</a:t>
            </a:r>
            <a:endParaRPr lang="pt-BR" sz="2600" spc="150" dirty="0">
              <a:latin typeface="Nunito" pitchFamily="2" charset="0"/>
            </a:endParaRPr>
          </a:p>
        </p:txBody>
      </p:sp>
      <p:pic>
        <p:nvPicPr>
          <p:cNvPr id="85" name="Gráfico 84" descr="Troféu">
            <a:extLst>
              <a:ext uri="{FF2B5EF4-FFF2-40B4-BE49-F238E27FC236}">
                <a16:creationId xmlns:a16="http://schemas.microsoft.com/office/drawing/2014/main" id="{CD91F0AA-6EC8-4BFD-953F-EFE427A1CB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87806" y="4334680"/>
            <a:ext cx="293988" cy="293988"/>
          </a:xfrm>
          <a:prstGeom prst="rect">
            <a:avLst/>
          </a:prstGeom>
        </p:spPr>
      </p:pic>
      <p:sp>
        <p:nvSpPr>
          <p:cNvPr id="86" name="Text 10">
            <a:extLst>
              <a:ext uri="{FF2B5EF4-FFF2-40B4-BE49-F238E27FC236}">
                <a16:creationId xmlns:a16="http://schemas.microsoft.com/office/drawing/2014/main" id="{4F44F64D-4893-4A15-93A6-5E3C57827827}"/>
              </a:ext>
            </a:extLst>
          </p:cNvPr>
          <p:cNvSpPr/>
          <p:nvPr/>
        </p:nvSpPr>
        <p:spPr>
          <a:xfrm>
            <a:off x="385190" y="5389830"/>
            <a:ext cx="249603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Elementos de jogo para incentivar participação</a:t>
            </a:r>
            <a:endParaRPr lang="en-US" sz="1400" b="1" dirty="0">
              <a:latin typeface="Nunito" pitchFamily="2" charset="0"/>
            </a:endParaRPr>
          </a:p>
        </p:txBody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F3B6337A-A5FC-46F0-8682-8B2088CD6DA1}"/>
              </a:ext>
            </a:extLst>
          </p:cNvPr>
          <p:cNvSpPr/>
          <p:nvPr/>
        </p:nvSpPr>
        <p:spPr>
          <a:xfrm>
            <a:off x="3589099" y="4996210"/>
            <a:ext cx="2177143" cy="3500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pt-BR" sz="2600" b="1" spc="150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Notificações</a:t>
            </a:r>
            <a:endParaRPr lang="pt-BR" sz="2600" spc="150" dirty="0">
              <a:latin typeface="Nunito" pitchFamily="2" charset="0"/>
            </a:endParaRPr>
          </a:p>
        </p:txBody>
      </p:sp>
      <p:pic>
        <p:nvPicPr>
          <p:cNvPr id="88" name="Gráfico 87" descr="Campainha">
            <a:extLst>
              <a:ext uri="{FF2B5EF4-FFF2-40B4-BE49-F238E27FC236}">
                <a16:creationId xmlns:a16="http://schemas.microsoft.com/office/drawing/2014/main" id="{B7FC60C3-4E02-43C6-810C-BB0E6CA5BE2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460236" y="4294872"/>
            <a:ext cx="362355" cy="362355"/>
          </a:xfrm>
          <a:prstGeom prst="rect">
            <a:avLst/>
          </a:prstGeom>
        </p:spPr>
      </p:pic>
      <p:sp>
        <p:nvSpPr>
          <p:cNvPr id="89" name="Text 12">
            <a:extLst>
              <a:ext uri="{FF2B5EF4-FFF2-40B4-BE49-F238E27FC236}">
                <a16:creationId xmlns:a16="http://schemas.microsoft.com/office/drawing/2014/main" id="{075ADA95-CB39-428E-A92C-5F159468C302}"/>
              </a:ext>
            </a:extLst>
          </p:cNvPr>
          <p:cNvSpPr/>
          <p:nvPr/>
        </p:nvSpPr>
        <p:spPr>
          <a:xfrm>
            <a:off x="3461423" y="5365304"/>
            <a:ext cx="2432493" cy="5714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Alertas personalizados sobre novidades e </a:t>
            </a:r>
            <a:r>
              <a:rPr lang="en-US" sz="1400" b="1" dirty="0" err="1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oportunidades</a:t>
            </a:r>
            <a:endParaRPr lang="en-US" sz="1400" b="1" dirty="0">
              <a:latin typeface="Nunito" pitchFamily="2" charset="0"/>
            </a:endParaRPr>
          </a:p>
        </p:txBody>
      </p:sp>
      <p:sp>
        <p:nvSpPr>
          <p:cNvPr id="90" name="Text 13">
            <a:extLst>
              <a:ext uri="{FF2B5EF4-FFF2-40B4-BE49-F238E27FC236}">
                <a16:creationId xmlns:a16="http://schemas.microsoft.com/office/drawing/2014/main" id="{BF4727F6-B90F-4020-A2CD-5878D13DF0BB}"/>
              </a:ext>
            </a:extLst>
          </p:cNvPr>
          <p:cNvSpPr/>
          <p:nvPr/>
        </p:nvSpPr>
        <p:spPr>
          <a:xfrm>
            <a:off x="8146040" y="4961496"/>
            <a:ext cx="1899357" cy="250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pt-BR" sz="2600" b="1" spc="150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Moderação</a:t>
            </a:r>
            <a:endParaRPr lang="pt-BR" sz="2600" spc="150" dirty="0">
              <a:latin typeface="Nunito" pitchFamily="2" charset="0"/>
            </a:endParaRPr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id="{6BE99C9C-38A0-4C38-8F1A-EC1AC9EA3AA9}"/>
              </a:ext>
            </a:extLst>
          </p:cNvPr>
          <p:cNvSpPr/>
          <p:nvPr/>
        </p:nvSpPr>
        <p:spPr>
          <a:xfrm>
            <a:off x="6677688" y="5396691"/>
            <a:ext cx="4836060" cy="50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Ferramentas para relatar e verificar material inapropriado</a:t>
            </a:r>
            <a:endParaRPr lang="en-US" sz="1400" b="1" dirty="0">
              <a:latin typeface="Nunito" pitchFamily="2" charset="0"/>
            </a:endParaRPr>
          </a:p>
        </p:txBody>
      </p:sp>
      <p:pic>
        <p:nvPicPr>
          <p:cNvPr id="92" name="Gráfico 91" descr="Sirene">
            <a:extLst>
              <a:ext uri="{FF2B5EF4-FFF2-40B4-BE49-F238E27FC236}">
                <a16:creationId xmlns:a16="http://schemas.microsoft.com/office/drawing/2014/main" id="{C385A31C-713B-45F4-827C-80EAA4B6170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02419" y="422906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83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tângulo 98">
            <a:extLst>
              <a:ext uri="{FF2B5EF4-FFF2-40B4-BE49-F238E27FC236}">
                <a16:creationId xmlns:a16="http://schemas.microsoft.com/office/drawing/2014/main" id="{C9CFC94A-1E86-4C90-83FB-35C972CB47B4}"/>
              </a:ext>
            </a:extLst>
          </p:cNvPr>
          <p:cNvSpPr/>
          <p:nvPr/>
        </p:nvSpPr>
        <p:spPr>
          <a:xfrm>
            <a:off x="0" y="14514"/>
            <a:ext cx="12192000" cy="6858000"/>
          </a:xfrm>
          <a:prstGeom prst="rect">
            <a:avLst/>
          </a:prstGeom>
          <a:gradFill>
            <a:gsLst>
              <a:gs pos="99000">
                <a:schemeClr val="accent6">
                  <a:lumMod val="20000"/>
                  <a:lumOff val="80000"/>
                </a:schemeClr>
              </a:gs>
              <a:gs pos="0">
                <a:srgbClr val="EFFFF0"/>
              </a:gs>
              <a:gs pos="100000">
                <a:srgbClr val="EEFFEE"/>
              </a:gs>
              <a:gs pos="46000">
                <a:schemeClr val="bg1"/>
              </a:gs>
            </a:gsLst>
            <a:lin ang="6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F632627-0E57-4E6A-A67F-AC940AE29F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-63794" y="58634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600" b="1" spc="2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ODS </a:t>
            </a:r>
            <a:r>
              <a:rPr lang="en-US" sz="3600" b="1" spc="200" dirty="0" err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Aplicadas</a:t>
            </a:r>
            <a:endParaRPr lang="en-US" sz="3600" b="1" spc="2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F4B98A1-ADF5-4C3D-A6D6-09E77B8C5C39}"/>
              </a:ext>
            </a:extLst>
          </p:cNvPr>
          <p:cNvGrpSpPr/>
          <p:nvPr/>
        </p:nvGrpSpPr>
        <p:grpSpPr>
          <a:xfrm>
            <a:off x="447491" y="1152749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45" name="Retângulo: Cantos Arredondados 44">
              <a:extLst>
                <a:ext uri="{FF2B5EF4-FFF2-40B4-BE49-F238E27FC236}">
                  <a16:creationId xmlns:a16="http://schemas.microsoft.com/office/drawing/2014/main" id="{5BF9218C-333C-4E53-A5CF-D751DACA5499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rgbClr val="C721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8F8F6DA-4A97-454C-9339-A2C189124A62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4" name="Imagem 43">
            <a:extLst>
              <a:ext uri="{FF2B5EF4-FFF2-40B4-BE49-F238E27FC236}">
                <a16:creationId xmlns:a16="http://schemas.microsoft.com/office/drawing/2014/main" id="{2D3A91EE-8FED-4650-8209-28E7E0307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80" y="1329225"/>
            <a:ext cx="1118420" cy="1118420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63A30AC8-53FD-4C11-BDA3-8145D267F081}"/>
              </a:ext>
            </a:extLst>
          </p:cNvPr>
          <p:cNvGrpSpPr/>
          <p:nvPr/>
        </p:nvGrpSpPr>
        <p:grpSpPr>
          <a:xfrm>
            <a:off x="447491" y="2844781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92038196-9B34-4BFC-8A89-FCAE2A14EF21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rgbClr val="DE176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5" name="Retângulo: Cantos Arredondados 94">
              <a:extLst>
                <a:ext uri="{FF2B5EF4-FFF2-40B4-BE49-F238E27FC236}">
                  <a16:creationId xmlns:a16="http://schemas.microsoft.com/office/drawing/2014/main" id="{BAC4CDC3-F561-4F24-96D4-D61483414BBE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B1617F01-AACC-4C5B-AEC9-B704242C523D}"/>
              </a:ext>
            </a:extLst>
          </p:cNvPr>
          <p:cNvGrpSpPr/>
          <p:nvPr/>
        </p:nvGrpSpPr>
        <p:grpSpPr>
          <a:xfrm>
            <a:off x="447491" y="4536813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680A8CC7-4AC4-46C6-8D0A-B6D83FCB533E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rgbClr val="BF8D2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8" name="Retângulo: Cantos Arredondados 97">
              <a:extLst>
                <a:ext uri="{FF2B5EF4-FFF2-40B4-BE49-F238E27FC236}">
                  <a16:creationId xmlns:a16="http://schemas.microsoft.com/office/drawing/2014/main" id="{68E8C051-8F2D-449D-8C01-8749580DEA22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0" name="Imagem 99">
            <a:extLst>
              <a:ext uri="{FF2B5EF4-FFF2-40B4-BE49-F238E27FC236}">
                <a16:creationId xmlns:a16="http://schemas.microsoft.com/office/drawing/2014/main" id="{85D4A620-8F42-4DDE-AE99-5C87EA475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80" y="3021257"/>
            <a:ext cx="1118420" cy="1118420"/>
          </a:xfrm>
          <a:prstGeom prst="rect">
            <a:avLst/>
          </a:prstGeom>
        </p:spPr>
      </p:pic>
      <p:pic>
        <p:nvPicPr>
          <p:cNvPr id="101" name="Imagem 100">
            <a:extLst>
              <a:ext uri="{FF2B5EF4-FFF2-40B4-BE49-F238E27FC236}">
                <a16:creationId xmlns:a16="http://schemas.microsoft.com/office/drawing/2014/main" id="{75618260-D4AC-455C-BBC1-AD9531775C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80" y="4713288"/>
            <a:ext cx="1118420" cy="1118421"/>
          </a:xfrm>
          <a:prstGeom prst="rect">
            <a:avLst/>
          </a:prstGeom>
        </p:spPr>
      </p:pic>
      <p:sp>
        <p:nvSpPr>
          <p:cNvPr id="102" name="Text 2">
            <a:extLst>
              <a:ext uri="{FF2B5EF4-FFF2-40B4-BE49-F238E27FC236}">
                <a16:creationId xmlns:a16="http://schemas.microsoft.com/office/drawing/2014/main" id="{251A6FE0-8620-4EA7-BFAE-D805B81E0F1E}"/>
              </a:ext>
            </a:extLst>
          </p:cNvPr>
          <p:cNvSpPr/>
          <p:nvPr/>
        </p:nvSpPr>
        <p:spPr>
          <a:xfrm>
            <a:off x="1897615" y="1460791"/>
            <a:ext cx="9846894" cy="11184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pt-BR" sz="2000" b="1" dirty="0">
                <a:latin typeface="Nunito" pitchFamily="2" charset="0"/>
              </a:rPr>
              <a:t>Visa assegurar acesso inclusivo, equitativo e promover oportunidades de aprendizagem ao longo da vida para todas as pessoas, enfatizando a importância da educação como motor essencial para o desenvolvimento sustentável</a:t>
            </a:r>
            <a:endParaRPr lang="en-US" sz="2000" b="1" dirty="0">
              <a:latin typeface="Nunito" pitchFamily="2" charset="0"/>
            </a:endParaRPr>
          </a:p>
        </p:txBody>
      </p:sp>
      <p:sp>
        <p:nvSpPr>
          <p:cNvPr id="103" name="Text 2">
            <a:extLst>
              <a:ext uri="{FF2B5EF4-FFF2-40B4-BE49-F238E27FC236}">
                <a16:creationId xmlns:a16="http://schemas.microsoft.com/office/drawing/2014/main" id="{790AA655-8070-4993-B1D8-2BFF6522DBAD}"/>
              </a:ext>
            </a:extLst>
          </p:cNvPr>
          <p:cNvSpPr/>
          <p:nvPr/>
        </p:nvSpPr>
        <p:spPr>
          <a:xfrm>
            <a:off x="1897615" y="3139774"/>
            <a:ext cx="9788825" cy="1152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pt-BR" sz="2000" b="1" dirty="0">
                <a:latin typeface="Nunito" pitchFamily="2" charset="0"/>
              </a:rPr>
              <a:t>Dialoga com os objetivos do CIRCULARIS ao promover a inclusão social e econômica de grupos marginalizados, favorecendo a redução das barreiras educacionais e o acesso equitativo a bens culturais e educacionais</a:t>
            </a:r>
            <a:endParaRPr lang="en-US" sz="2000" b="1" dirty="0">
              <a:latin typeface="Nunito" pitchFamily="2" charset="0"/>
            </a:endParaRPr>
          </a:p>
        </p:txBody>
      </p:sp>
      <p:sp>
        <p:nvSpPr>
          <p:cNvPr id="104" name="Text 2">
            <a:extLst>
              <a:ext uri="{FF2B5EF4-FFF2-40B4-BE49-F238E27FC236}">
                <a16:creationId xmlns:a16="http://schemas.microsoft.com/office/drawing/2014/main" id="{0E1DFE74-594D-41AF-8E55-C63BC3D6C488}"/>
              </a:ext>
            </a:extLst>
          </p:cNvPr>
          <p:cNvSpPr/>
          <p:nvPr/>
        </p:nvSpPr>
        <p:spPr>
          <a:xfrm>
            <a:off x="1897615" y="4842609"/>
            <a:ext cx="9788824" cy="10634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pt-BR" sz="2000" b="1" dirty="0">
                <a:latin typeface="Nunito" pitchFamily="2" charset="0"/>
              </a:rPr>
              <a:t>É respaldado pela natureza sustentável da plataforma, que fomenta o reaproveitamento consciente e o consumo colaborativo, diminuindo o desperdício de materiais e contribuindo para a economia circular.</a:t>
            </a:r>
            <a:endParaRPr lang="en-US" sz="2000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557108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tângulo 66">
            <a:extLst>
              <a:ext uri="{FF2B5EF4-FFF2-40B4-BE49-F238E27FC236}">
                <a16:creationId xmlns:a16="http://schemas.microsoft.com/office/drawing/2014/main" id="{0F96BAD3-D2A0-484A-BB20-C659B606BDCA}"/>
              </a:ext>
            </a:extLst>
          </p:cNvPr>
          <p:cNvSpPr/>
          <p:nvPr/>
        </p:nvSpPr>
        <p:spPr>
          <a:xfrm>
            <a:off x="0" y="-1"/>
            <a:ext cx="12192000" cy="7038543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-63794" y="58634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pt-BR" sz="3600" b="1" spc="200" noProof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Metodologia</a:t>
            </a:r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8BE5CE65-BB71-4FBB-824F-86E1CC71B293}"/>
              </a:ext>
            </a:extLst>
          </p:cNvPr>
          <p:cNvGrpSpPr/>
          <p:nvPr/>
        </p:nvGrpSpPr>
        <p:grpSpPr>
          <a:xfrm>
            <a:off x="215254" y="1133279"/>
            <a:ext cx="2589480" cy="2228850"/>
            <a:chOff x="215254" y="1350989"/>
            <a:chExt cx="2589480" cy="2228850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CCBD8CD8-5989-4DF1-B64C-5E05C4EA5D73}"/>
                </a:ext>
              </a:extLst>
            </p:cNvPr>
            <p:cNvSpPr/>
            <p:nvPr/>
          </p:nvSpPr>
          <p:spPr>
            <a:xfrm>
              <a:off x="215254" y="1350989"/>
              <a:ext cx="2589480" cy="22288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1F13A93A-05BD-4D1F-83EE-25B5E9EA4721}"/>
                </a:ext>
              </a:extLst>
            </p:cNvPr>
            <p:cNvGrpSpPr/>
            <p:nvPr/>
          </p:nvGrpSpPr>
          <p:grpSpPr>
            <a:xfrm>
              <a:off x="1204609" y="1539182"/>
              <a:ext cx="666750" cy="666750"/>
              <a:chOff x="1068120" y="1585199"/>
              <a:chExt cx="666750" cy="666750"/>
            </a:xfrm>
          </p:grpSpPr>
          <p:pic>
            <p:nvPicPr>
              <p:cNvPr id="17" name="Image 3" descr="preencoded.png">
                <a:extLst>
                  <a:ext uri="{FF2B5EF4-FFF2-40B4-BE49-F238E27FC236}">
                    <a16:creationId xmlns:a16="http://schemas.microsoft.com/office/drawing/2014/main" id="{33BF4B89-CB9B-44AC-AB8E-A3E5B6DD2F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8120" y="1585199"/>
                <a:ext cx="666750" cy="666750"/>
              </a:xfrm>
              <a:prstGeom prst="rect">
                <a:avLst/>
              </a:prstGeom>
            </p:spPr>
          </p:pic>
          <p:pic>
            <p:nvPicPr>
              <p:cNvPr id="18" name="Image 4" descr="preencoded.png">
                <a:extLst>
                  <a:ext uri="{FF2B5EF4-FFF2-40B4-BE49-F238E27FC236}">
                    <a16:creationId xmlns:a16="http://schemas.microsoft.com/office/drawing/2014/main" id="{0BA81AAC-2B5B-426B-996F-28E611D1A1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8620" y="1747124"/>
                <a:ext cx="285750" cy="342900"/>
              </a:xfrm>
              <a:prstGeom prst="rect">
                <a:avLst/>
              </a:prstGeom>
            </p:spPr>
          </p:pic>
        </p:grpSp>
        <p:sp>
          <p:nvSpPr>
            <p:cNvPr id="22" name="Text 2">
              <a:extLst>
                <a:ext uri="{FF2B5EF4-FFF2-40B4-BE49-F238E27FC236}">
                  <a16:creationId xmlns:a16="http://schemas.microsoft.com/office/drawing/2014/main" id="{9BF04C35-26A9-4671-BD55-52C4F572487D}"/>
                </a:ext>
              </a:extLst>
            </p:cNvPr>
            <p:cNvSpPr/>
            <p:nvPr/>
          </p:nvSpPr>
          <p:spPr>
            <a:xfrm>
              <a:off x="460453" y="2388401"/>
              <a:ext cx="2057400" cy="914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unito" pitchFamily="2" charset="0"/>
                  <a:ea typeface="ui-sans-serif" pitchFamily="34" charset="-122"/>
                  <a:cs typeface="ui-sans-serif" pitchFamily="34" charset="-120"/>
                </a:rPr>
                <a:t>Pesquisa via Google Forms para análise e levantamento dos requisitos do sistema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</a:endParaRPr>
            </a:p>
          </p:txBody>
        </p: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8B3A1D2F-E6DC-4334-A087-D3D7E4FED3F5}"/>
              </a:ext>
            </a:extLst>
          </p:cNvPr>
          <p:cNvGrpSpPr/>
          <p:nvPr/>
        </p:nvGrpSpPr>
        <p:grpSpPr>
          <a:xfrm>
            <a:off x="3258722" y="1133279"/>
            <a:ext cx="2589480" cy="2228850"/>
            <a:chOff x="3258722" y="1350989"/>
            <a:chExt cx="2589480" cy="2228850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E8B6480A-A474-464D-89FA-6CF5F3EEA6A2}"/>
                </a:ext>
              </a:extLst>
            </p:cNvPr>
            <p:cNvSpPr/>
            <p:nvPr/>
          </p:nvSpPr>
          <p:spPr>
            <a:xfrm>
              <a:off x="3258722" y="1350989"/>
              <a:ext cx="2589480" cy="22288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4" name="Gráfico 3" descr="Seta circular">
              <a:extLst>
                <a:ext uri="{FF2B5EF4-FFF2-40B4-BE49-F238E27FC236}">
                  <a16:creationId xmlns:a16="http://schemas.microsoft.com/office/drawing/2014/main" id="{EADC2B29-15E8-4D20-851C-D6EA7CECE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96262" y="1408960"/>
              <a:ext cx="914400" cy="914400"/>
            </a:xfrm>
            <a:prstGeom prst="rect">
              <a:avLst/>
            </a:prstGeom>
          </p:spPr>
        </p:pic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4A13FE4B-F48C-440C-AEA9-C35F5CAB85C1}"/>
                </a:ext>
              </a:extLst>
            </p:cNvPr>
            <p:cNvSpPr/>
            <p:nvPr/>
          </p:nvSpPr>
          <p:spPr>
            <a:xfrm>
              <a:off x="3475712" y="2300514"/>
              <a:ext cx="2155500" cy="1143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unito" pitchFamily="2" charset="0"/>
                  <a:ea typeface="ui-sans-serif" pitchFamily="34" charset="-122"/>
                  <a:cs typeface="ui-sans-serif" pitchFamily="34" charset="-120"/>
                </a:rPr>
                <a:t>Desenvolvimento incremental com tecnologias web e mobile (Node.js, React Native)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</a:endParaRPr>
            </a:p>
          </p:txBody>
        </p: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05EC0695-B6C8-4CE6-B3C6-BBCE44DC7CB1}"/>
              </a:ext>
            </a:extLst>
          </p:cNvPr>
          <p:cNvGrpSpPr/>
          <p:nvPr/>
        </p:nvGrpSpPr>
        <p:grpSpPr>
          <a:xfrm>
            <a:off x="6302190" y="1133279"/>
            <a:ext cx="2589480" cy="2228850"/>
            <a:chOff x="6302190" y="1350989"/>
            <a:chExt cx="2589480" cy="2228850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28D366E3-AABE-4738-96A0-B18045BC9FF7}"/>
                </a:ext>
              </a:extLst>
            </p:cNvPr>
            <p:cNvSpPr/>
            <p:nvPr/>
          </p:nvSpPr>
          <p:spPr>
            <a:xfrm>
              <a:off x="6302190" y="1350989"/>
              <a:ext cx="2589480" cy="22288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glow rad="63500">
                <a:srgbClr val="8282F8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606242F-1A0B-4633-8B37-EA873288B359}"/>
                </a:ext>
              </a:extLst>
            </p:cNvPr>
            <p:cNvGrpSpPr/>
            <p:nvPr/>
          </p:nvGrpSpPr>
          <p:grpSpPr>
            <a:xfrm>
              <a:off x="7263555" y="1539182"/>
              <a:ext cx="666750" cy="666750"/>
              <a:chOff x="7056193" y="1193678"/>
              <a:chExt cx="666750" cy="666750"/>
            </a:xfrm>
          </p:grpSpPr>
          <p:pic>
            <p:nvPicPr>
              <p:cNvPr id="28" name="Image 11" descr="preencoded.png">
                <a:extLst>
                  <a:ext uri="{FF2B5EF4-FFF2-40B4-BE49-F238E27FC236}">
                    <a16:creationId xmlns:a16="http://schemas.microsoft.com/office/drawing/2014/main" id="{85B5B71A-D869-4B12-AA45-8457E89CE0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56193" y="1193678"/>
                <a:ext cx="666750" cy="666750"/>
              </a:xfrm>
              <a:prstGeom prst="rect">
                <a:avLst/>
              </a:prstGeom>
            </p:spPr>
          </p:pic>
          <p:pic>
            <p:nvPicPr>
              <p:cNvPr id="29" name="Image 12" descr="preencoded.png">
                <a:extLst>
                  <a:ext uri="{FF2B5EF4-FFF2-40B4-BE49-F238E27FC236}">
                    <a16:creationId xmlns:a16="http://schemas.microsoft.com/office/drawing/2014/main" id="{2EC670FB-A6B9-436D-81A1-87A108F640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27643" y="1355603"/>
                <a:ext cx="323850" cy="342900"/>
              </a:xfrm>
              <a:prstGeom prst="rect">
                <a:avLst/>
              </a:prstGeom>
            </p:spPr>
          </p:pic>
        </p:grpSp>
        <p:sp>
          <p:nvSpPr>
            <p:cNvPr id="30" name="Text 6">
              <a:extLst>
                <a:ext uri="{FF2B5EF4-FFF2-40B4-BE49-F238E27FC236}">
                  <a16:creationId xmlns:a16="http://schemas.microsoft.com/office/drawing/2014/main" id="{05653BC2-929C-46FF-99BE-C810F97F51F2}"/>
                </a:ext>
              </a:extLst>
            </p:cNvPr>
            <p:cNvSpPr/>
            <p:nvPr/>
          </p:nvSpPr>
          <p:spPr>
            <a:xfrm>
              <a:off x="6601110" y="2367857"/>
              <a:ext cx="2057400" cy="914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unito" pitchFamily="2" charset="0"/>
                  <a:ea typeface="ui-sans-serif" pitchFamily="34" charset="-122"/>
                  <a:cs typeface="ui-sans-serif" pitchFamily="34" charset="-120"/>
                </a:rPr>
                <a:t>Modelagem UML e BPMN para representação da estrutura e processos do sistema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</a:endParaRPr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9C0F01CD-AF85-4067-B813-424FA7541CEB}"/>
              </a:ext>
            </a:extLst>
          </p:cNvPr>
          <p:cNvGrpSpPr/>
          <p:nvPr/>
        </p:nvGrpSpPr>
        <p:grpSpPr>
          <a:xfrm>
            <a:off x="9386878" y="1133279"/>
            <a:ext cx="2589480" cy="2228850"/>
            <a:chOff x="9386878" y="1350989"/>
            <a:chExt cx="2589480" cy="2228850"/>
          </a:xfrm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71FFCEB9-D3B0-43AA-8AC7-6DDC04D0DD54}"/>
                </a:ext>
              </a:extLst>
            </p:cNvPr>
            <p:cNvSpPr/>
            <p:nvPr/>
          </p:nvSpPr>
          <p:spPr>
            <a:xfrm>
              <a:off x="9386878" y="1350989"/>
              <a:ext cx="2589480" cy="222885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glow rad="635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DA198395-9265-4F05-8A8D-7755061AD986}"/>
                </a:ext>
              </a:extLst>
            </p:cNvPr>
            <p:cNvGrpSpPr/>
            <p:nvPr/>
          </p:nvGrpSpPr>
          <p:grpSpPr>
            <a:xfrm>
              <a:off x="10348243" y="1539182"/>
              <a:ext cx="666750" cy="666750"/>
              <a:chOff x="9905539" y="1193678"/>
              <a:chExt cx="666750" cy="666750"/>
            </a:xfrm>
          </p:grpSpPr>
          <p:pic>
            <p:nvPicPr>
              <p:cNvPr id="32" name="Image 15" descr="preencoded.png">
                <a:extLst>
                  <a:ext uri="{FF2B5EF4-FFF2-40B4-BE49-F238E27FC236}">
                    <a16:creationId xmlns:a16="http://schemas.microsoft.com/office/drawing/2014/main" id="{693EDCAB-DF11-42EC-B41D-94D34D0FB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05539" y="1193678"/>
                <a:ext cx="666750" cy="666750"/>
              </a:xfrm>
              <a:prstGeom prst="rect">
                <a:avLst/>
              </a:prstGeom>
            </p:spPr>
          </p:pic>
          <p:pic>
            <p:nvPicPr>
              <p:cNvPr id="33" name="Image 16" descr="preencoded.png">
                <a:extLst>
                  <a:ext uri="{FF2B5EF4-FFF2-40B4-BE49-F238E27FC236}">
                    <a16:creationId xmlns:a16="http://schemas.microsoft.com/office/drawing/2014/main" id="{09652F0F-CC26-4F42-B3BB-CF0B74EC0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96039" y="1355603"/>
                <a:ext cx="285750" cy="342900"/>
              </a:xfrm>
              <a:prstGeom prst="rect">
                <a:avLst/>
              </a:prstGeom>
            </p:spPr>
          </p:pic>
        </p:grpSp>
        <p:sp>
          <p:nvSpPr>
            <p:cNvPr id="34" name="Text 8">
              <a:extLst>
                <a:ext uri="{FF2B5EF4-FFF2-40B4-BE49-F238E27FC236}">
                  <a16:creationId xmlns:a16="http://schemas.microsoft.com/office/drawing/2014/main" id="{F5047C44-0D21-4158-BB0A-8638652EDBC6}"/>
                </a:ext>
              </a:extLst>
            </p:cNvPr>
            <p:cNvSpPr/>
            <p:nvPr/>
          </p:nvSpPr>
          <p:spPr>
            <a:xfrm>
              <a:off x="9694137" y="2502701"/>
              <a:ext cx="2057400" cy="685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unito" pitchFamily="2" charset="0"/>
                  <a:ea typeface="ui-sans-serif" pitchFamily="34" charset="-122"/>
                  <a:cs typeface="ui-sans-serif" pitchFamily="34" charset="-120"/>
                </a:rPr>
                <a:t>Testes com Postman e usuários para validação e verificação do sistema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</a:endParaRPr>
            </a:p>
          </p:txBody>
        </p:sp>
      </p:grpSp>
      <p:sp>
        <p:nvSpPr>
          <p:cNvPr id="5" name="Elipse 4">
            <a:extLst>
              <a:ext uri="{FF2B5EF4-FFF2-40B4-BE49-F238E27FC236}">
                <a16:creationId xmlns:a16="http://schemas.microsoft.com/office/drawing/2014/main" id="{696CA39C-39B8-4675-8FAD-EFFA0AAC2F49}"/>
              </a:ext>
            </a:extLst>
          </p:cNvPr>
          <p:cNvSpPr/>
          <p:nvPr/>
        </p:nvSpPr>
        <p:spPr>
          <a:xfrm>
            <a:off x="5274088" y="4863127"/>
            <a:ext cx="1667206" cy="1524641"/>
          </a:xfrm>
          <a:prstGeom prst="ellipse">
            <a:avLst/>
          </a:prstGeom>
          <a:noFill/>
          <a:ln w="25400">
            <a:solidFill>
              <a:srgbClr val="28CC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1306256C-FAEA-4C83-A10F-80AB6671E786}"/>
              </a:ext>
            </a:extLst>
          </p:cNvPr>
          <p:cNvGrpSpPr/>
          <p:nvPr/>
        </p:nvGrpSpPr>
        <p:grpSpPr>
          <a:xfrm>
            <a:off x="3437418" y="5116679"/>
            <a:ext cx="833604" cy="762321"/>
            <a:chOff x="3475711" y="5392445"/>
            <a:chExt cx="833604" cy="762321"/>
          </a:xfrm>
        </p:grpSpPr>
        <p:pic>
          <p:nvPicPr>
            <p:cNvPr id="41" name="Gráfico 40" descr="Frasco">
              <a:extLst>
                <a:ext uri="{FF2B5EF4-FFF2-40B4-BE49-F238E27FC236}">
                  <a16:creationId xmlns:a16="http://schemas.microsoft.com/office/drawing/2014/main" id="{E430FC81-F35B-4350-A850-9E7C3B327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785442">
              <a:off x="3674974" y="5493934"/>
              <a:ext cx="490553" cy="490553"/>
            </a:xfrm>
            <a:prstGeom prst="rect">
              <a:avLst/>
            </a:prstGeom>
          </p:spPr>
        </p:pic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2C000FD3-4EBB-4413-82EB-C00F52C7C266}"/>
                </a:ext>
              </a:extLst>
            </p:cNvPr>
            <p:cNvSpPr/>
            <p:nvPr/>
          </p:nvSpPr>
          <p:spPr>
            <a:xfrm>
              <a:off x="3475711" y="5392445"/>
              <a:ext cx="833604" cy="762321"/>
            </a:xfrm>
            <a:prstGeom prst="ellipse">
              <a:avLst/>
            </a:prstGeom>
            <a:noFill/>
            <a:ln w="25400">
              <a:solidFill>
                <a:srgbClr val="8282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8" name="Elipse 47">
            <a:extLst>
              <a:ext uri="{FF2B5EF4-FFF2-40B4-BE49-F238E27FC236}">
                <a16:creationId xmlns:a16="http://schemas.microsoft.com/office/drawing/2014/main" id="{6C0E933F-1B2B-4CC8-994F-5BDE0FD97204}"/>
              </a:ext>
            </a:extLst>
          </p:cNvPr>
          <p:cNvSpPr/>
          <p:nvPr/>
        </p:nvSpPr>
        <p:spPr>
          <a:xfrm>
            <a:off x="3445083" y="4071351"/>
            <a:ext cx="833604" cy="762321"/>
          </a:xfrm>
          <a:prstGeom prst="ellipse">
            <a:avLst/>
          </a:prstGeom>
          <a:noFill/>
          <a:ln w="25400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87B40995-7834-41DF-82AC-204902D9CBAD}"/>
              </a:ext>
            </a:extLst>
          </p:cNvPr>
          <p:cNvGrpSpPr/>
          <p:nvPr/>
        </p:nvGrpSpPr>
        <p:grpSpPr>
          <a:xfrm>
            <a:off x="7840501" y="5116679"/>
            <a:ext cx="833604" cy="762321"/>
            <a:chOff x="7840501" y="5392445"/>
            <a:chExt cx="833604" cy="762321"/>
          </a:xfrm>
        </p:grpSpPr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9579F7D1-9255-40CD-AF88-5EE53D892D34}"/>
                </a:ext>
              </a:extLst>
            </p:cNvPr>
            <p:cNvSpPr/>
            <p:nvPr/>
          </p:nvSpPr>
          <p:spPr>
            <a:xfrm>
              <a:off x="7840501" y="5392445"/>
              <a:ext cx="833604" cy="762321"/>
            </a:xfrm>
            <a:prstGeom prst="ellipse">
              <a:avLst/>
            </a:prstGeom>
            <a:noFill/>
            <a:ln w="2540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45" name="Gráfico 44" descr="Web design">
              <a:extLst>
                <a:ext uri="{FF2B5EF4-FFF2-40B4-BE49-F238E27FC236}">
                  <a16:creationId xmlns:a16="http://schemas.microsoft.com/office/drawing/2014/main" id="{036038AD-8E53-41C2-A27D-B223A28E8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024270" y="5531745"/>
              <a:ext cx="483719" cy="483719"/>
            </a:xfrm>
            <a:prstGeom prst="rect">
              <a:avLst/>
            </a:prstGeom>
          </p:spPr>
        </p:pic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CB0B51B2-AD48-4A9A-9D11-32174CEB9D26}"/>
              </a:ext>
            </a:extLst>
          </p:cNvPr>
          <p:cNvGrpSpPr/>
          <p:nvPr/>
        </p:nvGrpSpPr>
        <p:grpSpPr>
          <a:xfrm>
            <a:off x="5702568" y="3767130"/>
            <a:ext cx="824863" cy="762321"/>
            <a:chOff x="5708791" y="3694936"/>
            <a:chExt cx="824863" cy="762321"/>
          </a:xfrm>
        </p:grpSpPr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3E2C3C94-56B7-4AD3-83F7-458AEBF9AC84}"/>
                </a:ext>
              </a:extLst>
            </p:cNvPr>
            <p:cNvSpPr/>
            <p:nvPr/>
          </p:nvSpPr>
          <p:spPr>
            <a:xfrm>
              <a:off x="5708791" y="3694936"/>
              <a:ext cx="824863" cy="762321"/>
            </a:xfrm>
            <a:prstGeom prst="ellipse">
              <a:avLst/>
            </a:prstGeom>
            <a:noFill/>
            <a:ln w="25400"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3" name="Gráfico 52" descr="Lista de verificação DPE">
              <a:extLst>
                <a:ext uri="{FF2B5EF4-FFF2-40B4-BE49-F238E27FC236}">
                  <a16:creationId xmlns:a16="http://schemas.microsoft.com/office/drawing/2014/main" id="{7147E166-CED3-46CF-804C-0C37C3295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871834" y="3848454"/>
              <a:ext cx="471714" cy="471714"/>
            </a:xfrm>
            <a:prstGeom prst="rect">
              <a:avLst/>
            </a:prstGeom>
          </p:spPr>
        </p:pic>
      </p:grpSp>
      <p:sp>
        <p:nvSpPr>
          <p:cNvPr id="36" name="Text 4">
            <a:extLst>
              <a:ext uri="{FF2B5EF4-FFF2-40B4-BE49-F238E27FC236}">
                <a16:creationId xmlns:a16="http://schemas.microsoft.com/office/drawing/2014/main" id="{012B8F2A-C5A4-4A7F-BB14-6AF3E6519CE5}"/>
              </a:ext>
            </a:extLst>
          </p:cNvPr>
          <p:cNvSpPr/>
          <p:nvPr/>
        </p:nvSpPr>
        <p:spPr>
          <a:xfrm>
            <a:off x="5010662" y="5570774"/>
            <a:ext cx="2155500" cy="4056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latin typeface="Nunito" pitchFamily="2" charset="0"/>
                <a:ea typeface="ui-sans-serif" pitchFamily="34" charset="-122"/>
              </a:rPr>
              <a:t>CICLO DE DESENVOLVIMENTO</a:t>
            </a:r>
            <a:endParaRPr lang="en-US" sz="1400" b="1" dirty="0">
              <a:latin typeface="Nunito" pitchFamily="2" charset="0"/>
            </a:endParaRPr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C5863CE4-5C9A-494B-A928-12FCE1FCD896}"/>
              </a:ext>
            </a:extLst>
          </p:cNvPr>
          <p:cNvSpPr/>
          <p:nvPr/>
        </p:nvSpPr>
        <p:spPr>
          <a:xfrm>
            <a:off x="2814763" y="3817874"/>
            <a:ext cx="2155500" cy="2722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</a:rPr>
              <a:t>IMPLANTAÇÃO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Nunito" pitchFamily="2" charset="0"/>
            </a:endParaRPr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674D4F7E-7277-4A33-B191-F425B7D25F19}"/>
              </a:ext>
            </a:extLst>
          </p:cNvPr>
          <p:cNvSpPr/>
          <p:nvPr/>
        </p:nvSpPr>
        <p:spPr>
          <a:xfrm>
            <a:off x="2743650" y="5932182"/>
            <a:ext cx="2155500" cy="2722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</a:rPr>
              <a:t>TESTES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Nunito" pitchFamily="2" charset="0"/>
            </a:endParaRPr>
          </a:p>
        </p:txBody>
      </p:sp>
      <p:sp>
        <p:nvSpPr>
          <p:cNvPr id="72" name="Text 4">
            <a:extLst>
              <a:ext uri="{FF2B5EF4-FFF2-40B4-BE49-F238E27FC236}">
                <a16:creationId xmlns:a16="http://schemas.microsoft.com/office/drawing/2014/main" id="{4E399352-F009-4EA9-8F31-9D1BA9583C6D}"/>
              </a:ext>
            </a:extLst>
          </p:cNvPr>
          <p:cNvSpPr/>
          <p:nvPr/>
        </p:nvSpPr>
        <p:spPr>
          <a:xfrm>
            <a:off x="7192403" y="3803534"/>
            <a:ext cx="2155500" cy="2722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</a:rPr>
              <a:t>DESIGN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Nunito" pitchFamily="2" charset="0"/>
            </a:endParaRP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7DFE938B-FB5D-4C5D-B8BA-9C639B436F4E}"/>
              </a:ext>
            </a:extLst>
          </p:cNvPr>
          <p:cNvSpPr/>
          <p:nvPr/>
        </p:nvSpPr>
        <p:spPr>
          <a:xfrm>
            <a:off x="7216590" y="5932182"/>
            <a:ext cx="2155500" cy="2722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</a:rPr>
              <a:t>DESENVOLVIMENTO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Nunito" pitchFamily="2" charset="0"/>
            </a:endParaRPr>
          </a:p>
        </p:txBody>
      </p:sp>
      <p:pic>
        <p:nvPicPr>
          <p:cNvPr id="74" name="Image 5" descr="preencoded.png">
            <a:extLst>
              <a:ext uri="{FF2B5EF4-FFF2-40B4-BE49-F238E27FC236}">
                <a16:creationId xmlns:a16="http://schemas.microsoft.com/office/drawing/2014/main" id="{9E4E6AC3-6828-455A-91C4-55E135E0BA9C}"/>
              </a:ext>
            </a:extLst>
          </p:cNvPr>
          <p:cNvPicPr>
            <a:picLocks noChangeAspect="1"/>
          </p:cNvPicPr>
          <p:nvPr/>
        </p:nvPicPr>
        <p:blipFill>
          <a:blip r:embed="rId20">
            <a:biLevel thresh="75000"/>
          </a:blip>
          <a:stretch>
            <a:fillRect/>
          </a:stretch>
        </p:blipFill>
        <p:spPr>
          <a:xfrm>
            <a:off x="2980504" y="2244247"/>
            <a:ext cx="142875" cy="228600"/>
          </a:xfrm>
          <a:prstGeom prst="rect">
            <a:avLst/>
          </a:prstGeom>
        </p:spPr>
      </p:pic>
      <p:pic>
        <p:nvPicPr>
          <p:cNvPr id="75" name="Image 5" descr="preencoded.png">
            <a:extLst>
              <a:ext uri="{FF2B5EF4-FFF2-40B4-BE49-F238E27FC236}">
                <a16:creationId xmlns:a16="http://schemas.microsoft.com/office/drawing/2014/main" id="{97343729-120F-4237-BF57-0357CAA44C54}"/>
              </a:ext>
            </a:extLst>
          </p:cNvPr>
          <p:cNvPicPr>
            <a:picLocks noChangeAspect="1"/>
          </p:cNvPicPr>
          <p:nvPr/>
        </p:nvPicPr>
        <p:blipFill>
          <a:blip r:embed="rId20">
            <a:biLevel thresh="75000"/>
          </a:blip>
          <a:stretch>
            <a:fillRect/>
          </a:stretch>
        </p:blipFill>
        <p:spPr>
          <a:xfrm>
            <a:off x="6003758" y="2192662"/>
            <a:ext cx="142875" cy="228600"/>
          </a:xfrm>
          <a:prstGeom prst="rect">
            <a:avLst/>
          </a:prstGeom>
        </p:spPr>
      </p:pic>
      <p:pic>
        <p:nvPicPr>
          <p:cNvPr id="76" name="Image 5" descr="preencoded.png">
            <a:extLst>
              <a:ext uri="{FF2B5EF4-FFF2-40B4-BE49-F238E27FC236}">
                <a16:creationId xmlns:a16="http://schemas.microsoft.com/office/drawing/2014/main" id="{C53C7995-F3E6-4D75-B98C-AB5F0C031C20}"/>
              </a:ext>
            </a:extLst>
          </p:cNvPr>
          <p:cNvPicPr>
            <a:picLocks noChangeAspect="1"/>
          </p:cNvPicPr>
          <p:nvPr/>
        </p:nvPicPr>
        <p:blipFill>
          <a:blip r:embed="rId20">
            <a:biLevel thresh="75000"/>
          </a:blip>
          <a:stretch>
            <a:fillRect/>
          </a:stretch>
        </p:blipFill>
        <p:spPr>
          <a:xfrm>
            <a:off x="9047227" y="2239152"/>
            <a:ext cx="142875" cy="228600"/>
          </a:xfrm>
          <a:prstGeom prst="rect">
            <a:avLst/>
          </a:prstGeom>
        </p:spPr>
      </p:pic>
      <p:sp>
        <p:nvSpPr>
          <p:cNvPr id="59" name="Text 4">
            <a:extLst>
              <a:ext uri="{FF2B5EF4-FFF2-40B4-BE49-F238E27FC236}">
                <a16:creationId xmlns:a16="http://schemas.microsoft.com/office/drawing/2014/main" id="{BA3AA386-5A54-473F-990D-3888AC9A151E}"/>
              </a:ext>
            </a:extLst>
          </p:cNvPr>
          <p:cNvSpPr/>
          <p:nvPr/>
        </p:nvSpPr>
        <p:spPr>
          <a:xfrm>
            <a:off x="5108055" y="3522772"/>
            <a:ext cx="2155500" cy="2722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</a:rPr>
              <a:t>PLANEJAMENTO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Nunito" pitchFamily="2" charset="0"/>
            </a:endParaRPr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82C9C0E9-06E6-4098-93A7-E3E7D301EF1B}"/>
              </a:ext>
            </a:extLst>
          </p:cNvPr>
          <p:cNvCxnSpPr>
            <a:cxnSpLocks/>
            <a:stCxn id="48" idx="6"/>
          </p:cNvCxnSpPr>
          <p:nvPr/>
        </p:nvCxnSpPr>
        <p:spPr>
          <a:xfrm>
            <a:off x="4278687" y="4452512"/>
            <a:ext cx="1162881" cy="70183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312D6753-D515-4971-BA74-AD9FE2DFD140}"/>
              </a:ext>
            </a:extLst>
          </p:cNvPr>
          <p:cNvCxnSpPr>
            <a:cxnSpLocks/>
            <a:stCxn id="47" idx="6"/>
          </p:cNvCxnSpPr>
          <p:nvPr/>
        </p:nvCxnSpPr>
        <p:spPr>
          <a:xfrm>
            <a:off x="4271022" y="5497840"/>
            <a:ext cx="995401" cy="9936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7FD8E161-DDC9-425E-AB5A-F2162F5B3367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934760" y="5497840"/>
            <a:ext cx="905741" cy="14235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3C86751C-4E89-4C7C-81B0-6A1DF07E3437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6739532" y="4447054"/>
            <a:ext cx="1109795" cy="66296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E4B57A43-22DA-4A06-9FE7-9CDDAC0C8D31}"/>
              </a:ext>
            </a:extLst>
          </p:cNvPr>
          <p:cNvCxnSpPr>
            <a:cxnSpLocks/>
            <a:stCxn id="5" idx="0"/>
            <a:endCxn id="58" idx="4"/>
          </p:cNvCxnSpPr>
          <p:nvPr/>
        </p:nvCxnSpPr>
        <p:spPr>
          <a:xfrm flipV="1">
            <a:off x="6107691" y="4529451"/>
            <a:ext cx="7309" cy="33367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742027A2-3428-40B3-8CBB-0292D38A15E3}"/>
              </a:ext>
            </a:extLst>
          </p:cNvPr>
          <p:cNvGrpSpPr/>
          <p:nvPr/>
        </p:nvGrpSpPr>
        <p:grpSpPr>
          <a:xfrm>
            <a:off x="7849327" y="4065893"/>
            <a:ext cx="833604" cy="762321"/>
            <a:chOff x="7849327" y="4065893"/>
            <a:chExt cx="833604" cy="762321"/>
          </a:xfrm>
        </p:grpSpPr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79599126-3B1A-407A-8D2E-BB000CBEB4E1}"/>
                </a:ext>
              </a:extLst>
            </p:cNvPr>
            <p:cNvSpPr/>
            <p:nvPr/>
          </p:nvSpPr>
          <p:spPr>
            <a:xfrm>
              <a:off x="7849327" y="4065893"/>
              <a:ext cx="833604" cy="762321"/>
            </a:xfrm>
            <a:prstGeom prst="ellipse">
              <a:avLst/>
            </a:prstGeom>
            <a:noFill/>
            <a:ln w="25400">
              <a:solidFill>
                <a:srgbClr val="F2C9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EB88D377-E7D0-498E-8239-451D575BDBB5}"/>
                </a:ext>
              </a:extLst>
            </p:cNvPr>
            <p:cNvGrpSpPr/>
            <p:nvPr/>
          </p:nvGrpSpPr>
          <p:grpSpPr>
            <a:xfrm>
              <a:off x="8038961" y="4239168"/>
              <a:ext cx="467655" cy="451425"/>
              <a:chOff x="11028689" y="3658898"/>
              <a:chExt cx="947669" cy="927842"/>
            </a:xfrm>
          </p:grpSpPr>
          <p:pic>
            <p:nvPicPr>
              <p:cNvPr id="6" name="Gráfico 5" descr="Lápis">
                <a:extLst>
                  <a:ext uri="{FF2B5EF4-FFF2-40B4-BE49-F238E27FC236}">
                    <a16:creationId xmlns:a16="http://schemas.microsoft.com/office/drawing/2014/main" id="{3ADECCC8-4E07-4DF3-B130-801C9AA72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1028689" y="367234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8" name="Gráfico 7" descr="Régua">
                <a:extLst>
                  <a:ext uri="{FF2B5EF4-FFF2-40B4-BE49-F238E27FC236}">
                    <a16:creationId xmlns:a16="http://schemas.microsoft.com/office/drawing/2014/main" id="{0EC2FE9E-40C1-40BE-8413-0BE3C6022B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 rot="16200000">
                <a:off x="11061958" y="3658898"/>
                <a:ext cx="914400" cy="914400"/>
              </a:xfrm>
              <a:prstGeom prst="rect">
                <a:avLst/>
              </a:prstGeom>
            </p:spPr>
          </p:pic>
        </p:grpSp>
      </p:grpSp>
      <p:pic>
        <p:nvPicPr>
          <p:cNvPr id="23" name="Gráfico 22" descr="Foguete">
            <a:extLst>
              <a:ext uri="{FF2B5EF4-FFF2-40B4-BE49-F238E27FC236}">
                <a16:creationId xmlns:a16="http://schemas.microsoft.com/office/drawing/2014/main" id="{6E093D90-EB7A-4060-B0BD-821E0E1F28D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05800" y="4229910"/>
            <a:ext cx="496839" cy="496839"/>
          </a:xfrm>
          <a:prstGeom prst="rect">
            <a:avLst/>
          </a:prstGeom>
        </p:spPr>
      </p:pic>
      <p:pic>
        <p:nvPicPr>
          <p:cNvPr id="40" name="Gráfico 39" descr="Repetir">
            <a:extLst>
              <a:ext uri="{FF2B5EF4-FFF2-40B4-BE49-F238E27FC236}">
                <a16:creationId xmlns:a16="http://schemas.microsoft.com/office/drawing/2014/main" id="{24A57D4C-B644-44C6-87BF-7735B071C9B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850864" y="4987730"/>
            <a:ext cx="521296" cy="52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09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48">
            <a:extLst>
              <a:ext uri="{FF2B5EF4-FFF2-40B4-BE49-F238E27FC236}">
                <a16:creationId xmlns:a16="http://schemas.microsoft.com/office/drawing/2014/main" id="{5A4AAF09-06F2-442A-85F9-C2E0EBBF3F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-63794" y="58634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pt-BR" sz="3600" b="1" spc="200" noProof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Tecnologias Utilizadas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B11F9F2-6318-48FF-8BDD-E5F3526F2836}"/>
              </a:ext>
            </a:extLst>
          </p:cNvPr>
          <p:cNvSpPr/>
          <p:nvPr/>
        </p:nvSpPr>
        <p:spPr>
          <a:xfrm>
            <a:off x="4874635" y="2390509"/>
            <a:ext cx="1713974" cy="169960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119C1259-1C99-466E-A777-D747B859AF4D}"/>
              </a:ext>
            </a:extLst>
          </p:cNvPr>
          <p:cNvGrpSpPr/>
          <p:nvPr/>
        </p:nvGrpSpPr>
        <p:grpSpPr>
          <a:xfrm rot="5400000">
            <a:off x="-158395" y="1826977"/>
            <a:ext cx="4581502" cy="3830087"/>
            <a:chOff x="447490" y="1152749"/>
            <a:chExt cx="11518704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765E06B3-1A4A-45B1-8329-9961E3C39E3C}"/>
                </a:ext>
              </a:extLst>
            </p:cNvPr>
            <p:cNvSpPr/>
            <p:nvPr/>
          </p:nvSpPr>
          <p:spPr>
            <a:xfrm>
              <a:off x="447490" y="1152749"/>
              <a:ext cx="1086572" cy="1471372"/>
            </a:xfrm>
            <a:prstGeom prst="roundRect">
              <a:avLst>
                <a:gd name="adj" fmla="val 28488"/>
              </a:avLst>
            </a:prstGeom>
            <a:solidFill>
              <a:srgbClr val="D6814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07943D56-DB6B-4643-B981-1A17C0BB3E59}"/>
                </a:ext>
              </a:extLst>
            </p:cNvPr>
            <p:cNvSpPr/>
            <p:nvPr/>
          </p:nvSpPr>
          <p:spPr>
            <a:xfrm>
              <a:off x="615035" y="1152749"/>
              <a:ext cx="11351159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BFD1664-48E3-48EB-9AAF-40252002DDEB}"/>
              </a:ext>
            </a:extLst>
          </p:cNvPr>
          <p:cNvGrpSpPr/>
          <p:nvPr/>
        </p:nvGrpSpPr>
        <p:grpSpPr>
          <a:xfrm>
            <a:off x="380550" y="1717597"/>
            <a:ext cx="666750" cy="666750"/>
            <a:chOff x="495300" y="3257550"/>
            <a:chExt cx="666750" cy="666750"/>
          </a:xfrm>
        </p:grpSpPr>
        <p:pic>
          <p:nvPicPr>
            <p:cNvPr id="11" name="Image 16" descr="preencoded.png">
              <a:extLst>
                <a:ext uri="{FF2B5EF4-FFF2-40B4-BE49-F238E27FC236}">
                  <a16:creationId xmlns:a16="http://schemas.microsoft.com/office/drawing/2014/main" id="{411E2DAC-6561-48AA-8750-84C11BB56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95300" y="3257550"/>
              <a:ext cx="666750" cy="666750"/>
            </a:xfrm>
            <a:prstGeom prst="rect">
              <a:avLst/>
            </a:prstGeom>
          </p:spPr>
        </p:pic>
        <p:pic>
          <p:nvPicPr>
            <p:cNvPr id="14" name="Image 17" descr="preencoded.png">
              <a:extLst>
                <a:ext uri="{FF2B5EF4-FFF2-40B4-BE49-F238E27FC236}">
                  <a16:creationId xmlns:a16="http://schemas.microsoft.com/office/drawing/2014/main" id="{963714B4-6FC9-4B8E-B4B0-D36D8533C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04850" y="3419475"/>
              <a:ext cx="247650" cy="342900"/>
            </a:xfrm>
            <a:prstGeom prst="rect">
              <a:avLst/>
            </a:prstGeom>
          </p:spPr>
        </p:pic>
      </p:grpSp>
      <p:sp>
        <p:nvSpPr>
          <p:cNvPr id="15" name="Text 10">
            <a:extLst>
              <a:ext uri="{FF2B5EF4-FFF2-40B4-BE49-F238E27FC236}">
                <a16:creationId xmlns:a16="http://schemas.microsoft.com/office/drawing/2014/main" id="{23724FF1-D16C-4AB6-8759-1E527CC47049}"/>
              </a:ext>
            </a:extLst>
          </p:cNvPr>
          <p:cNvSpPr/>
          <p:nvPr/>
        </p:nvSpPr>
        <p:spPr>
          <a:xfrm>
            <a:off x="1129978" y="1899471"/>
            <a:ext cx="2682597" cy="2932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b="1" spc="150" dirty="0">
                <a:solidFill>
                  <a:srgbClr val="CF7D47"/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Banco de Dados</a:t>
            </a:r>
            <a:endParaRPr lang="en-US" sz="2400" spc="150" dirty="0">
              <a:solidFill>
                <a:srgbClr val="CF7D47"/>
              </a:solidFill>
              <a:latin typeface="Nunito" pitchFamily="2" charset="0"/>
            </a:endParaRP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8AC40A5-145A-474C-B317-D28B04857ADA}"/>
              </a:ext>
            </a:extLst>
          </p:cNvPr>
          <p:cNvGrpSpPr/>
          <p:nvPr/>
        </p:nvGrpSpPr>
        <p:grpSpPr>
          <a:xfrm rot="5400000">
            <a:off x="3802011" y="1826978"/>
            <a:ext cx="4581502" cy="3830087"/>
            <a:chOff x="447490" y="1152749"/>
            <a:chExt cx="11518704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3C8FCA57-8BA6-43A2-815E-8917966BF3FA}"/>
                </a:ext>
              </a:extLst>
            </p:cNvPr>
            <p:cNvSpPr/>
            <p:nvPr/>
          </p:nvSpPr>
          <p:spPr>
            <a:xfrm>
              <a:off x="447490" y="1152749"/>
              <a:ext cx="1086572" cy="1471372"/>
            </a:xfrm>
            <a:prstGeom prst="roundRect">
              <a:avLst>
                <a:gd name="adj" fmla="val 28488"/>
              </a:avLst>
            </a:prstGeom>
            <a:solidFill>
              <a:srgbClr val="7F7F7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69DA8A4F-EA21-4BDB-9FDA-F8B9D85DDA36}"/>
                </a:ext>
              </a:extLst>
            </p:cNvPr>
            <p:cNvSpPr/>
            <p:nvPr/>
          </p:nvSpPr>
          <p:spPr>
            <a:xfrm>
              <a:off x="615035" y="1152749"/>
              <a:ext cx="11351159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237351A6-BFFD-47CF-824E-8D3398B3083A}"/>
              </a:ext>
            </a:extLst>
          </p:cNvPr>
          <p:cNvGrpSpPr/>
          <p:nvPr/>
        </p:nvGrpSpPr>
        <p:grpSpPr>
          <a:xfrm>
            <a:off x="4289095" y="1712706"/>
            <a:ext cx="666750" cy="666750"/>
            <a:chOff x="6400800" y="1219200"/>
            <a:chExt cx="666750" cy="666750"/>
          </a:xfrm>
        </p:grpSpPr>
        <p:pic>
          <p:nvPicPr>
            <p:cNvPr id="20" name="Image 10" descr="preencoded.png">
              <a:extLst>
                <a:ext uri="{FF2B5EF4-FFF2-40B4-BE49-F238E27FC236}">
                  <a16:creationId xmlns:a16="http://schemas.microsoft.com/office/drawing/2014/main" id="{BE732106-7214-4636-81EC-91F8A9EA8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</a:blip>
            <a:stretch>
              <a:fillRect/>
            </a:stretch>
          </p:blipFill>
          <p:spPr>
            <a:xfrm>
              <a:off x="6400800" y="1219200"/>
              <a:ext cx="666750" cy="666750"/>
            </a:xfrm>
            <a:prstGeom prst="rect">
              <a:avLst/>
            </a:prstGeom>
          </p:spPr>
        </p:pic>
        <p:pic>
          <p:nvPicPr>
            <p:cNvPr id="21" name="Image 11" descr="preencoded.png">
              <a:extLst>
                <a:ext uri="{FF2B5EF4-FFF2-40B4-BE49-F238E27FC236}">
                  <a16:creationId xmlns:a16="http://schemas.microsoft.com/office/drawing/2014/main" id="{DC75AB48-9763-4DFB-BA6E-61576A606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</a:blip>
            <a:stretch>
              <a:fillRect/>
            </a:stretch>
          </p:blipFill>
          <p:spPr>
            <a:xfrm>
              <a:off x="6591300" y="1381125"/>
              <a:ext cx="285750" cy="342900"/>
            </a:xfrm>
            <a:prstGeom prst="rect">
              <a:avLst/>
            </a:prstGeom>
          </p:spPr>
        </p:pic>
      </p:grpSp>
      <p:sp>
        <p:nvSpPr>
          <p:cNvPr id="22" name="Text 6">
            <a:extLst>
              <a:ext uri="{FF2B5EF4-FFF2-40B4-BE49-F238E27FC236}">
                <a16:creationId xmlns:a16="http://schemas.microsoft.com/office/drawing/2014/main" id="{0E3721AB-FED3-4A66-BA58-C1CE21F10642}"/>
              </a:ext>
            </a:extLst>
          </p:cNvPr>
          <p:cNvSpPr/>
          <p:nvPr/>
        </p:nvSpPr>
        <p:spPr>
          <a:xfrm>
            <a:off x="5065933" y="1916313"/>
            <a:ext cx="1715359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b="1" spc="150" dirty="0">
                <a:solidFill>
                  <a:srgbClr val="7F7F7F"/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Backend</a:t>
            </a:r>
            <a:endParaRPr lang="en-US" sz="2400" spc="150" dirty="0">
              <a:solidFill>
                <a:srgbClr val="7F7F7F"/>
              </a:solidFill>
              <a:latin typeface="Nunito" pitchFamily="2" charset="0"/>
            </a:endParaRP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958378D3-DF34-49F0-82FD-11418A296D8C}"/>
              </a:ext>
            </a:extLst>
          </p:cNvPr>
          <p:cNvGrpSpPr/>
          <p:nvPr/>
        </p:nvGrpSpPr>
        <p:grpSpPr>
          <a:xfrm rot="5400000">
            <a:off x="7789788" y="1826977"/>
            <a:ext cx="4581502" cy="3830087"/>
            <a:chOff x="447490" y="1152749"/>
            <a:chExt cx="11518704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97104ADF-1B72-41F8-AF6A-EF8562F019C2}"/>
                </a:ext>
              </a:extLst>
            </p:cNvPr>
            <p:cNvSpPr/>
            <p:nvPr/>
          </p:nvSpPr>
          <p:spPr>
            <a:xfrm>
              <a:off x="447490" y="1152749"/>
              <a:ext cx="1086572" cy="1471372"/>
            </a:xfrm>
            <a:prstGeom prst="roundRect">
              <a:avLst>
                <a:gd name="adj" fmla="val 28488"/>
              </a:avLst>
            </a:prstGeom>
            <a:solidFill>
              <a:srgbClr val="2563E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2630C036-6DD3-4420-9B67-4AC517337D8A}"/>
                </a:ext>
              </a:extLst>
            </p:cNvPr>
            <p:cNvSpPr/>
            <p:nvPr/>
          </p:nvSpPr>
          <p:spPr>
            <a:xfrm>
              <a:off x="615035" y="1152749"/>
              <a:ext cx="11351159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F1F0B4C-ED5A-40B5-BEF2-C0002DA80920}"/>
              </a:ext>
            </a:extLst>
          </p:cNvPr>
          <p:cNvGrpSpPr/>
          <p:nvPr/>
        </p:nvGrpSpPr>
        <p:grpSpPr>
          <a:xfrm>
            <a:off x="8371348" y="1723759"/>
            <a:ext cx="666750" cy="666750"/>
            <a:chOff x="495300" y="1219200"/>
            <a:chExt cx="666750" cy="666750"/>
          </a:xfrm>
        </p:grpSpPr>
        <p:pic>
          <p:nvPicPr>
            <p:cNvPr id="17" name="Image 3" descr="preencoded.png">
              <a:extLst>
                <a:ext uri="{FF2B5EF4-FFF2-40B4-BE49-F238E27FC236}">
                  <a16:creationId xmlns:a16="http://schemas.microsoft.com/office/drawing/2014/main" id="{9D2830DF-1B58-402F-9A45-580490636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5300" y="1219200"/>
              <a:ext cx="666750" cy="666750"/>
            </a:xfrm>
            <a:prstGeom prst="rect">
              <a:avLst/>
            </a:prstGeom>
          </p:spPr>
        </p:pic>
        <p:pic>
          <p:nvPicPr>
            <p:cNvPr id="18" name="Image 4" descr="preencoded.png">
              <a:extLst>
                <a:ext uri="{FF2B5EF4-FFF2-40B4-BE49-F238E27FC236}">
                  <a16:creationId xmlns:a16="http://schemas.microsoft.com/office/drawing/2014/main" id="{34F612BE-B284-40DC-959F-CFFD5DBC4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7700" y="1381125"/>
              <a:ext cx="361950" cy="342900"/>
            </a:xfrm>
            <a:prstGeom prst="rect">
              <a:avLst/>
            </a:prstGeom>
          </p:spPr>
        </p:pic>
      </p:grpSp>
      <p:sp>
        <p:nvSpPr>
          <p:cNvPr id="23" name="Text 1">
            <a:extLst>
              <a:ext uri="{FF2B5EF4-FFF2-40B4-BE49-F238E27FC236}">
                <a16:creationId xmlns:a16="http://schemas.microsoft.com/office/drawing/2014/main" id="{1E73A49E-C99A-4D1C-AB2F-93FD700194B9}"/>
              </a:ext>
            </a:extLst>
          </p:cNvPr>
          <p:cNvSpPr/>
          <p:nvPr/>
        </p:nvSpPr>
        <p:spPr>
          <a:xfrm>
            <a:off x="9165080" y="1916313"/>
            <a:ext cx="1830917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b="1" spc="150" dirty="0">
                <a:solidFill>
                  <a:srgbClr val="1E40AF"/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Frontend</a:t>
            </a:r>
            <a:endParaRPr lang="en-US" sz="2400" spc="150" dirty="0">
              <a:latin typeface="Nunito" pitchFamily="2" charset="0"/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00035DD5-0A74-4C43-A768-36CAB92F48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6576" y="2525573"/>
            <a:ext cx="1278243" cy="127824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C6885B59-D38B-464C-8687-9016EB68D1D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0188" y="2639387"/>
            <a:ext cx="980423" cy="1082216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6AC44E11-F654-4BD8-A4E9-5FFADE1025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47547" y="4430705"/>
            <a:ext cx="876299" cy="895350"/>
          </a:xfrm>
          <a:prstGeom prst="rect">
            <a:avLst/>
          </a:prstGeom>
        </p:spPr>
      </p:pic>
      <p:pic>
        <p:nvPicPr>
          <p:cNvPr id="36" name="Image 8" descr="preencoded.png">
            <a:extLst>
              <a:ext uri="{FF2B5EF4-FFF2-40B4-BE49-F238E27FC236}">
                <a16:creationId xmlns:a16="http://schemas.microsoft.com/office/drawing/2014/main" id="{D0AA84C1-9F35-4FA5-A7F3-DF0386BAB2A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84296" y="4346273"/>
            <a:ext cx="1012209" cy="1012209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93B199A0-2863-441F-9E02-A3088BED8A5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3770" y="2667288"/>
            <a:ext cx="1539842" cy="1126538"/>
          </a:xfrm>
          <a:prstGeom prst="rect">
            <a:avLst/>
          </a:prstGeom>
        </p:spPr>
      </p:pic>
      <p:pic>
        <p:nvPicPr>
          <p:cNvPr id="38" name="Image 13" descr="preencoded.png">
            <a:extLst>
              <a:ext uri="{FF2B5EF4-FFF2-40B4-BE49-F238E27FC236}">
                <a16:creationId xmlns:a16="http://schemas.microsoft.com/office/drawing/2014/main" id="{FB96E543-E3E3-4EA3-AA23-6027AF4BB65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91022" y="2690457"/>
            <a:ext cx="1024467" cy="1113360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4C0C096C-D281-404B-B7A9-2D45C51549D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92304" y="4618979"/>
            <a:ext cx="2268103" cy="686911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CF712D6F-87F6-40A4-B2A5-30F2CD8BCA9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45704" y="3010790"/>
            <a:ext cx="1419915" cy="1419915"/>
          </a:xfrm>
          <a:prstGeom prst="rect">
            <a:avLst/>
          </a:prstGeom>
        </p:spPr>
      </p:pic>
      <p:sp>
        <p:nvSpPr>
          <p:cNvPr id="41" name="Text 2">
            <a:extLst>
              <a:ext uri="{FF2B5EF4-FFF2-40B4-BE49-F238E27FC236}">
                <a16:creationId xmlns:a16="http://schemas.microsoft.com/office/drawing/2014/main" id="{4A9E0EA1-B8CE-4AC4-8C65-F46BC084B3B2}"/>
              </a:ext>
            </a:extLst>
          </p:cNvPr>
          <p:cNvSpPr/>
          <p:nvPr/>
        </p:nvSpPr>
        <p:spPr>
          <a:xfrm>
            <a:off x="8371348" y="3845166"/>
            <a:ext cx="1314450" cy="2024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  <a:buSzPct val="100000"/>
            </a:pPr>
            <a:r>
              <a:rPr lang="en-US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HTML</a:t>
            </a:r>
            <a:endParaRPr lang="en-US" b="1" dirty="0">
              <a:latin typeface="Nunito" pitchFamily="2" charset="0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C446F9D-6DE7-4922-AFD0-88D54B8E97C3}"/>
              </a:ext>
            </a:extLst>
          </p:cNvPr>
          <p:cNvSpPr/>
          <p:nvPr/>
        </p:nvSpPr>
        <p:spPr>
          <a:xfrm>
            <a:off x="10491061" y="3851445"/>
            <a:ext cx="905444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  <a:buSzPct val="100000"/>
            </a:pPr>
            <a:r>
              <a:rPr lang="en-US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CSS</a:t>
            </a:r>
            <a:endParaRPr lang="en-US" b="1" dirty="0">
              <a:latin typeface="Nunito" pitchFamily="2" charset="0"/>
            </a:endParaRPr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9AD89C92-D829-47BC-A716-9C36658848DA}"/>
              </a:ext>
            </a:extLst>
          </p:cNvPr>
          <p:cNvSpPr/>
          <p:nvPr/>
        </p:nvSpPr>
        <p:spPr>
          <a:xfrm>
            <a:off x="10110551" y="5525976"/>
            <a:ext cx="16664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  <a:buSzPct val="100000"/>
            </a:pPr>
            <a:r>
              <a:rPr lang="en-US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React Native</a:t>
            </a:r>
            <a:endParaRPr lang="en-US" b="1" dirty="0">
              <a:latin typeface="Nunito" pitchFamily="2" charset="0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E582858A-0CA4-4825-B043-6BA8B74ED052}"/>
              </a:ext>
            </a:extLst>
          </p:cNvPr>
          <p:cNvSpPr/>
          <p:nvPr/>
        </p:nvSpPr>
        <p:spPr>
          <a:xfrm>
            <a:off x="8246576" y="5537578"/>
            <a:ext cx="13828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  <a:buSzPct val="100000"/>
            </a:pPr>
            <a:r>
              <a:rPr lang="en-US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b="1" dirty="0">
              <a:latin typeface="Nunito" pitchFamily="2" charset="0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0DA8B41F-2328-463A-8E75-E0102C16AF33}"/>
              </a:ext>
            </a:extLst>
          </p:cNvPr>
          <p:cNvSpPr/>
          <p:nvPr/>
        </p:nvSpPr>
        <p:spPr>
          <a:xfrm>
            <a:off x="4421264" y="3906551"/>
            <a:ext cx="1539842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  <a:buSzPct val="100000"/>
            </a:pPr>
            <a:r>
              <a:rPr lang="en-US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Node.js</a:t>
            </a:r>
            <a:endParaRPr lang="en-US" b="1" dirty="0">
              <a:latin typeface="Nunito" pitchFamily="2" charset="0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1D339F62-C138-47CB-83D1-F1E6520CFCA8}"/>
              </a:ext>
            </a:extLst>
          </p:cNvPr>
          <p:cNvSpPr/>
          <p:nvPr/>
        </p:nvSpPr>
        <p:spPr>
          <a:xfrm>
            <a:off x="6467151" y="3951683"/>
            <a:ext cx="1276350" cy="2454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  <a:buSzPct val="100000"/>
            </a:pPr>
            <a:r>
              <a:rPr lang="en-US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Express</a:t>
            </a:r>
            <a:endParaRPr lang="en-US" b="1" dirty="0">
              <a:latin typeface="Nunito" pitchFamily="2" charset="0"/>
            </a:endParaRPr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DF217325-7235-4092-888F-C8899146271D}"/>
              </a:ext>
            </a:extLst>
          </p:cNvPr>
          <p:cNvSpPr/>
          <p:nvPr/>
        </p:nvSpPr>
        <p:spPr>
          <a:xfrm>
            <a:off x="5274749" y="5210010"/>
            <a:ext cx="1573681" cy="2899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  <a:buSzPct val="100000"/>
            </a:pPr>
            <a:r>
              <a:rPr lang="en-US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API RESTful</a:t>
            </a:r>
            <a:endParaRPr lang="en-US" b="1" dirty="0">
              <a:latin typeface="Nunito" pitchFamily="2" charset="0"/>
            </a:endParaRPr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E1470E92-2B14-48F9-B274-331615606EBC}"/>
              </a:ext>
            </a:extLst>
          </p:cNvPr>
          <p:cNvSpPr/>
          <p:nvPr/>
        </p:nvSpPr>
        <p:spPr>
          <a:xfrm>
            <a:off x="1317334" y="4618979"/>
            <a:ext cx="154305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  <a:buSzPct val="100000"/>
            </a:pPr>
            <a:r>
              <a:rPr lang="en-US" b="1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MySQL</a:t>
            </a:r>
            <a:endParaRPr lang="en-US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25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F74FEA0B-DCE0-4DBA-B8CC-63D2C6B01384}"/>
              </a:ext>
            </a:extLst>
          </p:cNvPr>
          <p:cNvSpPr/>
          <p:nvPr/>
        </p:nvSpPr>
        <p:spPr>
          <a:xfrm>
            <a:off x="0" y="-250371"/>
            <a:ext cx="12192000" cy="7075714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-63794" y="58634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pt-BR" sz="3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Identidade Visual</a:t>
            </a:r>
            <a:endParaRPr lang="pt-BR" sz="3600" b="1" spc="200" noProof="1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ADDF51D6-C063-4876-8FE4-6A41BFCE2E17}"/>
              </a:ext>
            </a:extLst>
          </p:cNvPr>
          <p:cNvGrpSpPr/>
          <p:nvPr/>
        </p:nvGrpSpPr>
        <p:grpSpPr>
          <a:xfrm>
            <a:off x="1272601" y="1797008"/>
            <a:ext cx="8900197" cy="3223397"/>
            <a:chOff x="1612916" y="1174364"/>
            <a:chExt cx="8900197" cy="3223397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2CD26B13-6438-46C4-8FE2-9E2CB5CC3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2916" y="1174364"/>
              <a:ext cx="3350115" cy="3223397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6CCD1D3-A50D-4404-8B1D-4527C53CA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3863" y="2405063"/>
              <a:ext cx="5429250" cy="762000"/>
            </a:xfrm>
            <a:prstGeom prst="rect">
              <a:avLst/>
            </a:prstGeom>
          </p:spPr>
        </p:pic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6B7478E-FDA4-43B8-B3C0-91E124E475AE}"/>
              </a:ext>
            </a:extLst>
          </p:cNvPr>
          <p:cNvSpPr txBox="1"/>
          <p:nvPr/>
        </p:nvSpPr>
        <p:spPr>
          <a:xfrm>
            <a:off x="3425669" y="5160615"/>
            <a:ext cx="5665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Caprasimo" panose="0208090404030B020404" pitchFamily="18" charset="0"/>
              </a:rPr>
              <a:t>CAPRASIMO – Títulos e </a:t>
            </a:r>
            <a:r>
              <a:rPr lang="pt-BR" sz="2400" noProof="1">
                <a:latin typeface="Caprasimo" panose="0208090404030B020404" pitchFamily="18" charset="0"/>
              </a:rPr>
              <a:t>sub-títulos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35F2BA0-0871-489E-80D0-0CC0C475DF03}"/>
              </a:ext>
            </a:extLst>
          </p:cNvPr>
          <p:cNvSpPr txBox="1"/>
          <p:nvPr/>
        </p:nvSpPr>
        <p:spPr>
          <a:xfrm>
            <a:off x="3705222" y="5595776"/>
            <a:ext cx="5106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noProof="1">
                <a:latin typeface="Nunito" pitchFamily="2" charset="0"/>
              </a:rPr>
              <a:t>Nunito</a:t>
            </a:r>
            <a:r>
              <a:rPr lang="pt-BR" sz="2800" b="1" dirty="0">
                <a:latin typeface="Work Sans" pitchFamily="2" charset="0"/>
              </a:rPr>
              <a:t> – </a:t>
            </a:r>
            <a:r>
              <a:rPr lang="pt-BR" sz="2800" b="1" dirty="0">
                <a:latin typeface="Nunito" pitchFamily="2" charset="0"/>
              </a:rPr>
              <a:t>Demais textos</a:t>
            </a:r>
          </a:p>
        </p:txBody>
      </p:sp>
    </p:spTree>
    <p:extLst>
      <p:ext uri="{BB962C8B-B14F-4D97-AF65-F5344CB8AC3E}">
        <p14:creationId xmlns:p14="http://schemas.microsoft.com/office/powerpoint/2010/main" val="350541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F631D5EE-CEAA-45F0-9725-AFFA235AA84A}"/>
              </a:ext>
            </a:extLst>
          </p:cNvPr>
          <p:cNvSpPr/>
          <p:nvPr/>
        </p:nvSpPr>
        <p:spPr>
          <a:xfrm>
            <a:off x="0" y="-68256"/>
            <a:ext cx="12192000" cy="6858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-63794" y="58634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pt-BR" sz="3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Paleta de Cores</a:t>
            </a:r>
            <a:endParaRPr lang="pt-BR" sz="3600" b="1" spc="200" noProof="1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6D11B4D-0DAA-4B43-B12C-1DDC37510058}"/>
              </a:ext>
            </a:extLst>
          </p:cNvPr>
          <p:cNvSpPr/>
          <p:nvPr/>
        </p:nvSpPr>
        <p:spPr>
          <a:xfrm>
            <a:off x="5027889" y="1430244"/>
            <a:ext cx="2589480" cy="281695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">
            <a:extLst>
              <a:ext uri="{FF2B5EF4-FFF2-40B4-BE49-F238E27FC236}">
                <a16:creationId xmlns:a16="http://schemas.microsoft.com/office/drawing/2014/main" id="{48E64125-3BFF-40EE-A16C-8E8177B50E38}"/>
              </a:ext>
            </a:extLst>
          </p:cNvPr>
          <p:cNvSpPr/>
          <p:nvPr/>
        </p:nvSpPr>
        <p:spPr>
          <a:xfrm>
            <a:off x="5025747" y="1434873"/>
            <a:ext cx="2593764" cy="1123682"/>
          </a:xfrm>
          <a:custGeom>
            <a:avLst/>
            <a:gdLst>
              <a:gd name="connsiteX0" fmla="*/ 0 w 2589480"/>
              <a:gd name="connsiteY0" fmla="*/ 102000 h 1120507"/>
              <a:gd name="connsiteX1" fmla="*/ 102000 w 2589480"/>
              <a:gd name="connsiteY1" fmla="*/ 0 h 1120507"/>
              <a:gd name="connsiteX2" fmla="*/ 2487480 w 2589480"/>
              <a:gd name="connsiteY2" fmla="*/ 0 h 1120507"/>
              <a:gd name="connsiteX3" fmla="*/ 2589480 w 2589480"/>
              <a:gd name="connsiteY3" fmla="*/ 102000 h 1120507"/>
              <a:gd name="connsiteX4" fmla="*/ 2589480 w 2589480"/>
              <a:gd name="connsiteY4" fmla="*/ 1018507 h 1120507"/>
              <a:gd name="connsiteX5" fmla="*/ 2487480 w 2589480"/>
              <a:gd name="connsiteY5" fmla="*/ 1120507 h 1120507"/>
              <a:gd name="connsiteX6" fmla="*/ 102000 w 2589480"/>
              <a:gd name="connsiteY6" fmla="*/ 1120507 h 1120507"/>
              <a:gd name="connsiteX7" fmla="*/ 0 w 2589480"/>
              <a:gd name="connsiteY7" fmla="*/ 1018507 h 1120507"/>
              <a:gd name="connsiteX8" fmla="*/ 0 w 2589480"/>
              <a:gd name="connsiteY8" fmla="*/ 102000 h 1120507"/>
              <a:gd name="connsiteX0" fmla="*/ 3175 w 2592655"/>
              <a:gd name="connsiteY0" fmla="*/ 102000 h 1120938"/>
              <a:gd name="connsiteX1" fmla="*/ 105175 w 2592655"/>
              <a:gd name="connsiteY1" fmla="*/ 0 h 1120938"/>
              <a:gd name="connsiteX2" fmla="*/ 2490655 w 2592655"/>
              <a:gd name="connsiteY2" fmla="*/ 0 h 1120938"/>
              <a:gd name="connsiteX3" fmla="*/ 2592655 w 2592655"/>
              <a:gd name="connsiteY3" fmla="*/ 102000 h 1120938"/>
              <a:gd name="connsiteX4" fmla="*/ 2592655 w 2592655"/>
              <a:gd name="connsiteY4" fmla="*/ 1018507 h 1120938"/>
              <a:gd name="connsiteX5" fmla="*/ 2490655 w 2592655"/>
              <a:gd name="connsiteY5" fmla="*/ 1120507 h 1120938"/>
              <a:gd name="connsiteX6" fmla="*/ 105175 w 2592655"/>
              <a:gd name="connsiteY6" fmla="*/ 1120507 h 1120938"/>
              <a:gd name="connsiteX7" fmla="*/ 0 w 2592655"/>
              <a:gd name="connsiteY7" fmla="*/ 1072482 h 1120938"/>
              <a:gd name="connsiteX8" fmla="*/ 3175 w 2592655"/>
              <a:gd name="connsiteY8" fmla="*/ 102000 h 1120938"/>
              <a:gd name="connsiteX0" fmla="*/ 4075 w 2593555"/>
              <a:gd name="connsiteY0" fmla="*/ 102000 h 1120938"/>
              <a:gd name="connsiteX1" fmla="*/ 106075 w 2593555"/>
              <a:gd name="connsiteY1" fmla="*/ 0 h 1120938"/>
              <a:gd name="connsiteX2" fmla="*/ 2491555 w 2593555"/>
              <a:gd name="connsiteY2" fmla="*/ 0 h 1120938"/>
              <a:gd name="connsiteX3" fmla="*/ 2593555 w 2593555"/>
              <a:gd name="connsiteY3" fmla="*/ 102000 h 1120938"/>
              <a:gd name="connsiteX4" fmla="*/ 2593555 w 2593555"/>
              <a:gd name="connsiteY4" fmla="*/ 1018507 h 1120938"/>
              <a:gd name="connsiteX5" fmla="*/ 2491555 w 2593555"/>
              <a:gd name="connsiteY5" fmla="*/ 1120507 h 1120938"/>
              <a:gd name="connsiteX6" fmla="*/ 106075 w 2593555"/>
              <a:gd name="connsiteY6" fmla="*/ 1120507 h 1120938"/>
              <a:gd name="connsiteX7" fmla="*/ 900 w 2593555"/>
              <a:gd name="connsiteY7" fmla="*/ 1072482 h 1120938"/>
              <a:gd name="connsiteX8" fmla="*/ 4075 w 2593555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7151"/>
              <a:gd name="connsiteY0" fmla="*/ 102000 h 1121527"/>
              <a:gd name="connsiteX1" fmla="*/ 106075 w 2597151"/>
              <a:gd name="connsiteY1" fmla="*/ 0 h 1121527"/>
              <a:gd name="connsiteX2" fmla="*/ 2491555 w 2597151"/>
              <a:gd name="connsiteY2" fmla="*/ 0 h 1121527"/>
              <a:gd name="connsiteX3" fmla="*/ 2593555 w 2597151"/>
              <a:gd name="connsiteY3" fmla="*/ 102000 h 1121527"/>
              <a:gd name="connsiteX4" fmla="*/ 2593555 w 2597151"/>
              <a:gd name="connsiteY4" fmla="*/ 1018507 h 1121527"/>
              <a:gd name="connsiteX5" fmla="*/ 2491555 w 2597151"/>
              <a:gd name="connsiteY5" fmla="*/ 1120507 h 1121527"/>
              <a:gd name="connsiteX6" fmla="*/ 106075 w 2597151"/>
              <a:gd name="connsiteY6" fmla="*/ 1120507 h 1121527"/>
              <a:gd name="connsiteX7" fmla="*/ 900 w 2597151"/>
              <a:gd name="connsiteY7" fmla="*/ 1072482 h 1121527"/>
              <a:gd name="connsiteX8" fmla="*/ 4075 w 2597151"/>
              <a:gd name="connsiteY8" fmla="*/ 102000 h 1121527"/>
              <a:gd name="connsiteX0" fmla="*/ 4075 w 2597151"/>
              <a:gd name="connsiteY0" fmla="*/ 102000 h 1121527"/>
              <a:gd name="connsiteX1" fmla="*/ 106075 w 2597151"/>
              <a:gd name="connsiteY1" fmla="*/ 0 h 1121527"/>
              <a:gd name="connsiteX2" fmla="*/ 2491555 w 2597151"/>
              <a:gd name="connsiteY2" fmla="*/ 0 h 1121527"/>
              <a:gd name="connsiteX3" fmla="*/ 2593555 w 2597151"/>
              <a:gd name="connsiteY3" fmla="*/ 102000 h 1121527"/>
              <a:gd name="connsiteX4" fmla="*/ 2593555 w 2597151"/>
              <a:gd name="connsiteY4" fmla="*/ 1018507 h 1121527"/>
              <a:gd name="connsiteX5" fmla="*/ 2491555 w 2597151"/>
              <a:gd name="connsiteY5" fmla="*/ 1120507 h 1121527"/>
              <a:gd name="connsiteX6" fmla="*/ 106075 w 2597151"/>
              <a:gd name="connsiteY6" fmla="*/ 1120507 h 1121527"/>
              <a:gd name="connsiteX7" fmla="*/ 900 w 2597151"/>
              <a:gd name="connsiteY7" fmla="*/ 1072482 h 1121527"/>
              <a:gd name="connsiteX8" fmla="*/ 4075 w 2597151"/>
              <a:gd name="connsiteY8" fmla="*/ 102000 h 1121527"/>
              <a:gd name="connsiteX0" fmla="*/ 4075 w 2595209"/>
              <a:gd name="connsiteY0" fmla="*/ 102000 h 1124323"/>
              <a:gd name="connsiteX1" fmla="*/ 106075 w 2595209"/>
              <a:gd name="connsiteY1" fmla="*/ 0 h 1124323"/>
              <a:gd name="connsiteX2" fmla="*/ 2491555 w 2595209"/>
              <a:gd name="connsiteY2" fmla="*/ 0 h 1124323"/>
              <a:gd name="connsiteX3" fmla="*/ 2593555 w 2595209"/>
              <a:gd name="connsiteY3" fmla="*/ 102000 h 1124323"/>
              <a:gd name="connsiteX4" fmla="*/ 2593555 w 2595209"/>
              <a:gd name="connsiteY4" fmla="*/ 1018507 h 1124323"/>
              <a:gd name="connsiteX5" fmla="*/ 2491555 w 2595209"/>
              <a:gd name="connsiteY5" fmla="*/ 1120507 h 1124323"/>
              <a:gd name="connsiteX6" fmla="*/ 106075 w 2595209"/>
              <a:gd name="connsiteY6" fmla="*/ 1120507 h 1124323"/>
              <a:gd name="connsiteX7" fmla="*/ 900 w 2595209"/>
              <a:gd name="connsiteY7" fmla="*/ 1072482 h 1124323"/>
              <a:gd name="connsiteX8" fmla="*/ 4075 w 2595209"/>
              <a:gd name="connsiteY8" fmla="*/ 102000 h 1124323"/>
              <a:gd name="connsiteX0" fmla="*/ 4075 w 2594871"/>
              <a:gd name="connsiteY0" fmla="*/ 102000 h 1122924"/>
              <a:gd name="connsiteX1" fmla="*/ 106075 w 2594871"/>
              <a:gd name="connsiteY1" fmla="*/ 0 h 1122924"/>
              <a:gd name="connsiteX2" fmla="*/ 2491555 w 2594871"/>
              <a:gd name="connsiteY2" fmla="*/ 0 h 1122924"/>
              <a:gd name="connsiteX3" fmla="*/ 2593555 w 2594871"/>
              <a:gd name="connsiteY3" fmla="*/ 102000 h 1122924"/>
              <a:gd name="connsiteX4" fmla="*/ 2593555 w 2594871"/>
              <a:gd name="connsiteY4" fmla="*/ 1018507 h 1122924"/>
              <a:gd name="connsiteX5" fmla="*/ 2491555 w 2594871"/>
              <a:gd name="connsiteY5" fmla="*/ 1120507 h 1122924"/>
              <a:gd name="connsiteX6" fmla="*/ 106075 w 2594871"/>
              <a:gd name="connsiteY6" fmla="*/ 1120507 h 1122924"/>
              <a:gd name="connsiteX7" fmla="*/ 900 w 2594871"/>
              <a:gd name="connsiteY7" fmla="*/ 1072482 h 1122924"/>
              <a:gd name="connsiteX8" fmla="*/ 4075 w 2594871"/>
              <a:gd name="connsiteY8" fmla="*/ 102000 h 1122924"/>
              <a:gd name="connsiteX0" fmla="*/ 4075 w 2595426"/>
              <a:gd name="connsiteY0" fmla="*/ 102000 h 1122924"/>
              <a:gd name="connsiteX1" fmla="*/ 106075 w 2595426"/>
              <a:gd name="connsiteY1" fmla="*/ 0 h 1122924"/>
              <a:gd name="connsiteX2" fmla="*/ 2491555 w 2595426"/>
              <a:gd name="connsiteY2" fmla="*/ 0 h 1122924"/>
              <a:gd name="connsiteX3" fmla="*/ 2593555 w 2595426"/>
              <a:gd name="connsiteY3" fmla="*/ 102000 h 1122924"/>
              <a:gd name="connsiteX4" fmla="*/ 2593555 w 2595426"/>
              <a:gd name="connsiteY4" fmla="*/ 1018507 h 1122924"/>
              <a:gd name="connsiteX5" fmla="*/ 2491555 w 2595426"/>
              <a:gd name="connsiteY5" fmla="*/ 1120507 h 1122924"/>
              <a:gd name="connsiteX6" fmla="*/ 106075 w 2595426"/>
              <a:gd name="connsiteY6" fmla="*/ 1120507 h 1122924"/>
              <a:gd name="connsiteX7" fmla="*/ 900 w 2595426"/>
              <a:gd name="connsiteY7" fmla="*/ 1072482 h 1122924"/>
              <a:gd name="connsiteX8" fmla="*/ 4075 w 2595426"/>
              <a:gd name="connsiteY8" fmla="*/ 102000 h 1122924"/>
              <a:gd name="connsiteX0" fmla="*/ 4075 w 2595426"/>
              <a:gd name="connsiteY0" fmla="*/ 102000 h 1122924"/>
              <a:gd name="connsiteX1" fmla="*/ 106075 w 2595426"/>
              <a:gd name="connsiteY1" fmla="*/ 0 h 1122924"/>
              <a:gd name="connsiteX2" fmla="*/ 2491555 w 2595426"/>
              <a:gd name="connsiteY2" fmla="*/ 0 h 1122924"/>
              <a:gd name="connsiteX3" fmla="*/ 2593555 w 2595426"/>
              <a:gd name="connsiteY3" fmla="*/ 102000 h 1122924"/>
              <a:gd name="connsiteX4" fmla="*/ 2593555 w 2595426"/>
              <a:gd name="connsiteY4" fmla="*/ 1018507 h 1122924"/>
              <a:gd name="connsiteX5" fmla="*/ 2491555 w 2595426"/>
              <a:gd name="connsiteY5" fmla="*/ 1120507 h 1122924"/>
              <a:gd name="connsiteX6" fmla="*/ 106075 w 2595426"/>
              <a:gd name="connsiteY6" fmla="*/ 1120507 h 1122924"/>
              <a:gd name="connsiteX7" fmla="*/ 900 w 2595426"/>
              <a:gd name="connsiteY7" fmla="*/ 1072482 h 1122924"/>
              <a:gd name="connsiteX8" fmla="*/ 4075 w 2595426"/>
              <a:gd name="connsiteY8" fmla="*/ 102000 h 1122924"/>
              <a:gd name="connsiteX0" fmla="*/ 4075 w 2593555"/>
              <a:gd name="connsiteY0" fmla="*/ 102000 h 1120938"/>
              <a:gd name="connsiteX1" fmla="*/ 106075 w 2593555"/>
              <a:gd name="connsiteY1" fmla="*/ 0 h 1120938"/>
              <a:gd name="connsiteX2" fmla="*/ 2491555 w 2593555"/>
              <a:gd name="connsiteY2" fmla="*/ 0 h 1120938"/>
              <a:gd name="connsiteX3" fmla="*/ 2593555 w 2593555"/>
              <a:gd name="connsiteY3" fmla="*/ 102000 h 1120938"/>
              <a:gd name="connsiteX4" fmla="*/ 2593555 w 2593555"/>
              <a:gd name="connsiteY4" fmla="*/ 1018507 h 1120938"/>
              <a:gd name="connsiteX5" fmla="*/ 2491555 w 2593555"/>
              <a:gd name="connsiteY5" fmla="*/ 1120507 h 1120938"/>
              <a:gd name="connsiteX6" fmla="*/ 106075 w 2593555"/>
              <a:gd name="connsiteY6" fmla="*/ 1120507 h 1120938"/>
              <a:gd name="connsiteX7" fmla="*/ 900 w 2593555"/>
              <a:gd name="connsiteY7" fmla="*/ 1072482 h 1120938"/>
              <a:gd name="connsiteX8" fmla="*/ 4075 w 2593555"/>
              <a:gd name="connsiteY8" fmla="*/ 102000 h 1120938"/>
              <a:gd name="connsiteX0" fmla="*/ 4075 w 2593557"/>
              <a:gd name="connsiteY0" fmla="*/ 102000 h 1122924"/>
              <a:gd name="connsiteX1" fmla="*/ 106075 w 2593557"/>
              <a:gd name="connsiteY1" fmla="*/ 0 h 1122924"/>
              <a:gd name="connsiteX2" fmla="*/ 2491555 w 2593557"/>
              <a:gd name="connsiteY2" fmla="*/ 0 h 1122924"/>
              <a:gd name="connsiteX3" fmla="*/ 2593555 w 2593557"/>
              <a:gd name="connsiteY3" fmla="*/ 102000 h 1122924"/>
              <a:gd name="connsiteX4" fmla="*/ 2593555 w 2593557"/>
              <a:gd name="connsiteY4" fmla="*/ 1018507 h 1122924"/>
              <a:gd name="connsiteX5" fmla="*/ 2491555 w 2593557"/>
              <a:gd name="connsiteY5" fmla="*/ 1120507 h 1122924"/>
              <a:gd name="connsiteX6" fmla="*/ 106075 w 2593557"/>
              <a:gd name="connsiteY6" fmla="*/ 1120507 h 1122924"/>
              <a:gd name="connsiteX7" fmla="*/ 900 w 2593557"/>
              <a:gd name="connsiteY7" fmla="*/ 1072482 h 1122924"/>
              <a:gd name="connsiteX8" fmla="*/ 4075 w 2593557"/>
              <a:gd name="connsiteY8" fmla="*/ 102000 h 1122924"/>
              <a:gd name="connsiteX0" fmla="*/ 4075 w 2595993"/>
              <a:gd name="connsiteY0" fmla="*/ 102000 h 1125473"/>
              <a:gd name="connsiteX1" fmla="*/ 106075 w 2595993"/>
              <a:gd name="connsiteY1" fmla="*/ 0 h 1125473"/>
              <a:gd name="connsiteX2" fmla="*/ 2491555 w 2595993"/>
              <a:gd name="connsiteY2" fmla="*/ 0 h 1125473"/>
              <a:gd name="connsiteX3" fmla="*/ 2593555 w 2595993"/>
              <a:gd name="connsiteY3" fmla="*/ 102000 h 1125473"/>
              <a:gd name="connsiteX4" fmla="*/ 2593555 w 2595993"/>
              <a:gd name="connsiteY4" fmla="*/ 1018507 h 1125473"/>
              <a:gd name="connsiteX5" fmla="*/ 2513780 w 2595993"/>
              <a:gd name="connsiteY5" fmla="*/ 1123682 h 1125473"/>
              <a:gd name="connsiteX6" fmla="*/ 106075 w 2595993"/>
              <a:gd name="connsiteY6" fmla="*/ 1120507 h 1125473"/>
              <a:gd name="connsiteX7" fmla="*/ 900 w 2595993"/>
              <a:gd name="connsiteY7" fmla="*/ 1072482 h 1125473"/>
              <a:gd name="connsiteX8" fmla="*/ 4075 w 2595993"/>
              <a:gd name="connsiteY8" fmla="*/ 102000 h 1125473"/>
              <a:gd name="connsiteX0" fmla="*/ 4075 w 2593559"/>
              <a:gd name="connsiteY0" fmla="*/ 102000 h 1123682"/>
              <a:gd name="connsiteX1" fmla="*/ 106075 w 2593559"/>
              <a:gd name="connsiteY1" fmla="*/ 0 h 1123682"/>
              <a:gd name="connsiteX2" fmla="*/ 2491555 w 2593559"/>
              <a:gd name="connsiteY2" fmla="*/ 0 h 1123682"/>
              <a:gd name="connsiteX3" fmla="*/ 2593555 w 2593559"/>
              <a:gd name="connsiteY3" fmla="*/ 102000 h 1123682"/>
              <a:gd name="connsiteX4" fmla="*/ 2593555 w 2593559"/>
              <a:gd name="connsiteY4" fmla="*/ 1018507 h 1123682"/>
              <a:gd name="connsiteX5" fmla="*/ 2513780 w 2593559"/>
              <a:gd name="connsiteY5" fmla="*/ 1123682 h 1123682"/>
              <a:gd name="connsiteX6" fmla="*/ 106075 w 2593559"/>
              <a:gd name="connsiteY6" fmla="*/ 1120507 h 1123682"/>
              <a:gd name="connsiteX7" fmla="*/ 900 w 2593559"/>
              <a:gd name="connsiteY7" fmla="*/ 1072482 h 1123682"/>
              <a:gd name="connsiteX8" fmla="*/ 4075 w 2593559"/>
              <a:gd name="connsiteY8" fmla="*/ 102000 h 1123682"/>
              <a:gd name="connsiteX0" fmla="*/ 4075 w 2594019"/>
              <a:gd name="connsiteY0" fmla="*/ 102000 h 1128236"/>
              <a:gd name="connsiteX1" fmla="*/ 106075 w 2594019"/>
              <a:gd name="connsiteY1" fmla="*/ 0 h 1128236"/>
              <a:gd name="connsiteX2" fmla="*/ 2491555 w 2594019"/>
              <a:gd name="connsiteY2" fmla="*/ 0 h 1128236"/>
              <a:gd name="connsiteX3" fmla="*/ 2593555 w 2594019"/>
              <a:gd name="connsiteY3" fmla="*/ 102000 h 1128236"/>
              <a:gd name="connsiteX4" fmla="*/ 2593555 w 2594019"/>
              <a:gd name="connsiteY4" fmla="*/ 1018507 h 1128236"/>
              <a:gd name="connsiteX5" fmla="*/ 2513780 w 2594019"/>
              <a:gd name="connsiteY5" fmla="*/ 1123682 h 1128236"/>
              <a:gd name="connsiteX6" fmla="*/ 106075 w 2594019"/>
              <a:gd name="connsiteY6" fmla="*/ 1120507 h 1128236"/>
              <a:gd name="connsiteX7" fmla="*/ 900 w 2594019"/>
              <a:gd name="connsiteY7" fmla="*/ 1072482 h 1128236"/>
              <a:gd name="connsiteX8" fmla="*/ 4075 w 2594019"/>
              <a:gd name="connsiteY8" fmla="*/ 102000 h 1128236"/>
              <a:gd name="connsiteX0" fmla="*/ 4075 w 2593764"/>
              <a:gd name="connsiteY0" fmla="*/ 102000 h 1123682"/>
              <a:gd name="connsiteX1" fmla="*/ 106075 w 2593764"/>
              <a:gd name="connsiteY1" fmla="*/ 0 h 1123682"/>
              <a:gd name="connsiteX2" fmla="*/ 2491555 w 2593764"/>
              <a:gd name="connsiteY2" fmla="*/ 0 h 1123682"/>
              <a:gd name="connsiteX3" fmla="*/ 2593555 w 2593764"/>
              <a:gd name="connsiteY3" fmla="*/ 102000 h 1123682"/>
              <a:gd name="connsiteX4" fmla="*/ 2593555 w 2593764"/>
              <a:gd name="connsiteY4" fmla="*/ 1018507 h 1123682"/>
              <a:gd name="connsiteX5" fmla="*/ 2513780 w 2593764"/>
              <a:gd name="connsiteY5" fmla="*/ 1123682 h 1123682"/>
              <a:gd name="connsiteX6" fmla="*/ 106075 w 2593764"/>
              <a:gd name="connsiteY6" fmla="*/ 1120507 h 1123682"/>
              <a:gd name="connsiteX7" fmla="*/ 900 w 2593764"/>
              <a:gd name="connsiteY7" fmla="*/ 1072482 h 1123682"/>
              <a:gd name="connsiteX8" fmla="*/ 4075 w 2593764"/>
              <a:gd name="connsiteY8" fmla="*/ 102000 h 112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3764" h="1123682">
                <a:moveTo>
                  <a:pt x="4075" y="102000"/>
                </a:moveTo>
                <a:cubicBezTo>
                  <a:pt x="4075" y="45667"/>
                  <a:pt x="49742" y="0"/>
                  <a:pt x="106075" y="0"/>
                </a:cubicBezTo>
                <a:lnTo>
                  <a:pt x="2491555" y="0"/>
                </a:lnTo>
                <a:cubicBezTo>
                  <a:pt x="2547888" y="0"/>
                  <a:pt x="2593555" y="45667"/>
                  <a:pt x="2593555" y="102000"/>
                </a:cubicBezTo>
                <a:lnTo>
                  <a:pt x="2593555" y="1018507"/>
                </a:lnTo>
                <a:cubicBezTo>
                  <a:pt x="2593555" y="1147865"/>
                  <a:pt x="2601863" y="1117332"/>
                  <a:pt x="2513780" y="1123682"/>
                </a:cubicBezTo>
                <a:lnTo>
                  <a:pt x="106075" y="1120507"/>
                </a:lnTo>
                <a:cubicBezTo>
                  <a:pt x="-16933" y="1120507"/>
                  <a:pt x="900" y="1128815"/>
                  <a:pt x="900" y="1072482"/>
                </a:cubicBezTo>
                <a:cubicBezTo>
                  <a:pt x="900" y="766980"/>
                  <a:pt x="4075" y="407502"/>
                  <a:pt x="4075" y="102000"/>
                </a:cubicBezTo>
                <a:close/>
              </a:path>
            </a:pathLst>
          </a:custGeom>
          <a:solidFill>
            <a:srgbClr val="EF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45E0AAF-7887-48EA-88C0-D2EB4513E995}"/>
              </a:ext>
            </a:extLst>
          </p:cNvPr>
          <p:cNvSpPr/>
          <p:nvPr/>
        </p:nvSpPr>
        <p:spPr>
          <a:xfrm>
            <a:off x="8499730" y="1430243"/>
            <a:ext cx="2589480" cy="2816957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">
            <a:extLst>
              <a:ext uri="{FF2B5EF4-FFF2-40B4-BE49-F238E27FC236}">
                <a16:creationId xmlns:a16="http://schemas.microsoft.com/office/drawing/2014/main" id="{0C56246B-EDE1-40E4-B757-D333955399F0}"/>
              </a:ext>
            </a:extLst>
          </p:cNvPr>
          <p:cNvSpPr/>
          <p:nvPr/>
        </p:nvSpPr>
        <p:spPr>
          <a:xfrm>
            <a:off x="8495446" y="1430244"/>
            <a:ext cx="2593764" cy="1123682"/>
          </a:xfrm>
          <a:custGeom>
            <a:avLst/>
            <a:gdLst>
              <a:gd name="connsiteX0" fmla="*/ 0 w 2589480"/>
              <a:gd name="connsiteY0" fmla="*/ 102000 h 1120507"/>
              <a:gd name="connsiteX1" fmla="*/ 102000 w 2589480"/>
              <a:gd name="connsiteY1" fmla="*/ 0 h 1120507"/>
              <a:gd name="connsiteX2" fmla="*/ 2487480 w 2589480"/>
              <a:gd name="connsiteY2" fmla="*/ 0 h 1120507"/>
              <a:gd name="connsiteX3" fmla="*/ 2589480 w 2589480"/>
              <a:gd name="connsiteY3" fmla="*/ 102000 h 1120507"/>
              <a:gd name="connsiteX4" fmla="*/ 2589480 w 2589480"/>
              <a:gd name="connsiteY4" fmla="*/ 1018507 h 1120507"/>
              <a:gd name="connsiteX5" fmla="*/ 2487480 w 2589480"/>
              <a:gd name="connsiteY5" fmla="*/ 1120507 h 1120507"/>
              <a:gd name="connsiteX6" fmla="*/ 102000 w 2589480"/>
              <a:gd name="connsiteY6" fmla="*/ 1120507 h 1120507"/>
              <a:gd name="connsiteX7" fmla="*/ 0 w 2589480"/>
              <a:gd name="connsiteY7" fmla="*/ 1018507 h 1120507"/>
              <a:gd name="connsiteX8" fmla="*/ 0 w 2589480"/>
              <a:gd name="connsiteY8" fmla="*/ 102000 h 1120507"/>
              <a:gd name="connsiteX0" fmla="*/ 3175 w 2592655"/>
              <a:gd name="connsiteY0" fmla="*/ 102000 h 1120938"/>
              <a:gd name="connsiteX1" fmla="*/ 105175 w 2592655"/>
              <a:gd name="connsiteY1" fmla="*/ 0 h 1120938"/>
              <a:gd name="connsiteX2" fmla="*/ 2490655 w 2592655"/>
              <a:gd name="connsiteY2" fmla="*/ 0 h 1120938"/>
              <a:gd name="connsiteX3" fmla="*/ 2592655 w 2592655"/>
              <a:gd name="connsiteY3" fmla="*/ 102000 h 1120938"/>
              <a:gd name="connsiteX4" fmla="*/ 2592655 w 2592655"/>
              <a:gd name="connsiteY4" fmla="*/ 1018507 h 1120938"/>
              <a:gd name="connsiteX5" fmla="*/ 2490655 w 2592655"/>
              <a:gd name="connsiteY5" fmla="*/ 1120507 h 1120938"/>
              <a:gd name="connsiteX6" fmla="*/ 105175 w 2592655"/>
              <a:gd name="connsiteY6" fmla="*/ 1120507 h 1120938"/>
              <a:gd name="connsiteX7" fmla="*/ 0 w 2592655"/>
              <a:gd name="connsiteY7" fmla="*/ 1072482 h 1120938"/>
              <a:gd name="connsiteX8" fmla="*/ 3175 w 2592655"/>
              <a:gd name="connsiteY8" fmla="*/ 102000 h 1120938"/>
              <a:gd name="connsiteX0" fmla="*/ 4075 w 2593555"/>
              <a:gd name="connsiteY0" fmla="*/ 102000 h 1120938"/>
              <a:gd name="connsiteX1" fmla="*/ 106075 w 2593555"/>
              <a:gd name="connsiteY1" fmla="*/ 0 h 1120938"/>
              <a:gd name="connsiteX2" fmla="*/ 2491555 w 2593555"/>
              <a:gd name="connsiteY2" fmla="*/ 0 h 1120938"/>
              <a:gd name="connsiteX3" fmla="*/ 2593555 w 2593555"/>
              <a:gd name="connsiteY3" fmla="*/ 102000 h 1120938"/>
              <a:gd name="connsiteX4" fmla="*/ 2593555 w 2593555"/>
              <a:gd name="connsiteY4" fmla="*/ 1018507 h 1120938"/>
              <a:gd name="connsiteX5" fmla="*/ 2491555 w 2593555"/>
              <a:gd name="connsiteY5" fmla="*/ 1120507 h 1120938"/>
              <a:gd name="connsiteX6" fmla="*/ 106075 w 2593555"/>
              <a:gd name="connsiteY6" fmla="*/ 1120507 h 1120938"/>
              <a:gd name="connsiteX7" fmla="*/ 900 w 2593555"/>
              <a:gd name="connsiteY7" fmla="*/ 1072482 h 1120938"/>
              <a:gd name="connsiteX8" fmla="*/ 4075 w 2593555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7151"/>
              <a:gd name="connsiteY0" fmla="*/ 102000 h 1121527"/>
              <a:gd name="connsiteX1" fmla="*/ 106075 w 2597151"/>
              <a:gd name="connsiteY1" fmla="*/ 0 h 1121527"/>
              <a:gd name="connsiteX2" fmla="*/ 2491555 w 2597151"/>
              <a:gd name="connsiteY2" fmla="*/ 0 h 1121527"/>
              <a:gd name="connsiteX3" fmla="*/ 2593555 w 2597151"/>
              <a:gd name="connsiteY3" fmla="*/ 102000 h 1121527"/>
              <a:gd name="connsiteX4" fmla="*/ 2593555 w 2597151"/>
              <a:gd name="connsiteY4" fmla="*/ 1018507 h 1121527"/>
              <a:gd name="connsiteX5" fmla="*/ 2491555 w 2597151"/>
              <a:gd name="connsiteY5" fmla="*/ 1120507 h 1121527"/>
              <a:gd name="connsiteX6" fmla="*/ 106075 w 2597151"/>
              <a:gd name="connsiteY6" fmla="*/ 1120507 h 1121527"/>
              <a:gd name="connsiteX7" fmla="*/ 900 w 2597151"/>
              <a:gd name="connsiteY7" fmla="*/ 1072482 h 1121527"/>
              <a:gd name="connsiteX8" fmla="*/ 4075 w 2597151"/>
              <a:gd name="connsiteY8" fmla="*/ 102000 h 1121527"/>
              <a:gd name="connsiteX0" fmla="*/ 4075 w 2597151"/>
              <a:gd name="connsiteY0" fmla="*/ 102000 h 1121527"/>
              <a:gd name="connsiteX1" fmla="*/ 106075 w 2597151"/>
              <a:gd name="connsiteY1" fmla="*/ 0 h 1121527"/>
              <a:gd name="connsiteX2" fmla="*/ 2491555 w 2597151"/>
              <a:gd name="connsiteY2" fmla="*/ 0 h 1121527"/>
              <a:gd name="connsiteX3" fmla="*/ 2593555 w 2597151"/>
              <a:gd name="connsiteY3" fmla="*/ 102000 h 1121527"/>
              <a:gd name="connsiteX4" fmla="*/ 2593555 w 2597151"/>
              <a:gd name="connsiteY4" fmla="*/ 1018507 h 1121527"/>
              <a:gd name="connsiteX5" fmla="*/ 2491555 w 2597151"/>
              <a:gd name="connsiteY5" fmla="*/ 1120507 h 1121527"/>
              <a:gd name="connsiteX6" fmla="*/ 106075 w 2597151"/>
              <a:gd name="connsiteY6" fmla="*/ 1120507 h 1121527"/>
              <a:gd name="connsiteX7" fmla="*/ 900 w 2597151"/>
              <a:gd name="connsiteY7" fmla="*/ 1072482 h 1121527"/>
              <a:gd name="connsiteX8" fmla="*/ 4075 w 2597151"/>
              <a:gd name="connsiteY8" fmla="*/ 102000 h 1121527"/>
              <a:gd name="connsiteX0" fmla="*/ 4075 w 2595209"/>
              <a:gd name="connsiteY0" fmla="*/ 102000 h 1124323"/>
              <a:gd name="connsiteX1" fmla="*/ 106075 w 2595209"/>
              <a:gd name="connsiteY1" fmla="*/ 0 h 1124323"/>
              <a:gd name="connsiteX2" fmla="*/ 2491555 w 2595209"/>
              <a:gd name="connsiteY2" fmla="*/ 0 h 1124323"/>
              <a:gd name="connsiteX3" fmla="*/ 2593555 w 2595209"/>
              <a:gd name="connsiteY3" fmla="*/ 102000 h 1124323"/>
              <a:gd name="connsiteX4" fmla="*/ 2593555 w 2595209"/>
              <a:gd name="connsiteY4" fmla="*/ 1018507 h 1124323"/>
              <a:gd name="connsiteX5" fmla="*/ 2491555 w 2595209"/>
              <a:gd name="connsiteY5" fmla="*/ 1120507 h 1124323"/>
              <a:gd name="connsiteX6" fmla="*/ 106075 w 2595209"/>
              <a:gd name="connsiteY6" fmla="*/ 1120507 h 1124323"/>
              <a:gd name="connsiteX7" fmla="*/ 900 w 2595209"/>
              <a:gd name="connsiteY7" fmla="*/ 1072482 h 1124323"/>
              <a:gd name="connsiteX8" fmla="*/ 4075 w 2595209"/>
              <a:gd name="connsiteY8" fmla="*/ 102000 h 1124323"/>
              <a:gd name="connsiteX0" fmla="*/ 4075 w 2594871"/>
              <a:gd name="connsiteY0" fmla="*/ 102000 h 1122924"/>
              <a:gd name="connsiteX1" fmla="*/ 106075 w 2594871"/>
              <a:gd name="connsiteY1" fmla="*/ 0 h 1122924"/>
              <a:gd name="connsiteX2" fmla="*/ 2491555 w 2594871"/>
              <a:gd name="connsiteY2" fmla="*/ 0 h 1122924"/>
              <a:gd name="connsiteX3" fmla="*/ 2593555 w 2594871"/>
              <a:gd name="connsiteY3" fmla="*/ 102000 h 1122924"/>
              <a:gd name="connsiteX4" fmla="*/ 2593555 w 2594871"/>
              <a:gd name="connsiteY4" fmla="*/ 1018507 h 1122924"/>
              <a:gd name="connsiteX5" fmla="*/ 2491555 w 2594871"/>
              <a:gd name="connsiteY5" fmla="*/ 1120507 h 1122924"/>
              <a:gd name="connsiteX6" fmla="*/ 106075 w 2594871"/>
              <a:gd name="connsiteY6" fmla="*/ 1120507 h 1122924"/>
              <a:gd name="connsiteX7" fmla="*/ 900 w 2594871"/>
              <a:gd name="connsiteY7" fmla="*/ 1072482 h 1122924"/>
              <a:gd name="connsiteX8" fmla="*/ 4075 w 2594871"/>
              <a:gd name="connsiteY8" fmla="*/ 102000 h 1122924"/>
              <a:gd name="connsiteX0" fmla="*/ 4075 w 2595426"/>
              <a:gd name="connsiteY0" fmla="*/ 102000 h 1122924"/>
              <a:gd name="connsiteX1" fmla="*/ 106075 w 2595426"/>
              <a:gd name="connsiteY1" fmla="*/ 0 h 1122924"/>
              <a:gd name="connsiteX2" fmla="*/ 2491555 w 2595426"/>
              <a:gd name="connsiteY2" fmla="*/ 0 h 1122924"/>
              <a:gd name="connsiteX3" fmla="*/ 2593555 w 2595426"/>
              <a:gd name="connsiteY3" fmla="*/ 102000 h 1122924"/>
              <a:gd name="connsiteX4" fmla="*/ 2593555 w 2595426"/>
              <a:gd name="connsiteY4" fmla="*/ 1018507 h 1122924"/>
              <a:gd name="connsiteX5" fmla="*/ 2491555 w 2595426"/>
              <a:gd name="connsiteY5" fmla="*/ 1120507 h 1122924"/>
              <a:gd name="connsiteX6" fmla="*/ 106075 w 2595426"/>
              <a:gd name="connsiteY6" fmla="*/ 1120507 h 1122924"/>
              <a:gd name="connsiteX7" fmla="*/ 900 w 2595426"/>
              <a:gd name="connsiteY7" fmla="*/ 1072482 h 1122924"/>
              <a:gd name="connsiteX8" fmla="*/ 4075 w 2595426"/>
              <a:gd name="connsiteY8" fmla="*/ 102000 h 1122924"/>
              <a:gd name="connsiteX0" fmla="*/ 4075 w 2595426"/>
              <a:gd name="connsiteY0" fmla="*/ 102000 h 1122924"/>
              <a:gd name="connsiteX1" fmla="*/ 106075 w 2595426"/>
              <a:gd name="connsiteY1" fmla="*/ 0 h 1122924"/>
              <a:gd name="connsiteX2" fmla="*/ 2491555 w 2595426"/>
              <a:gd name="connsiteY2" fmla="*/ 0 h 1122924"/>
              <a:gd name="connsiteX3" fmla="*/ 2593555 w 2595426"/>
              <a:gd name="connsiteY3" fmla="*/ 102000 h 1122924"/>
              <a:gd name="connsiteX4" fmla="*/ 2593555 w 2595426"/>
              <a:gd name="connsiteY4" fmla="*/ 1018507 h 1122924"/>
              <a:gd name="connsiteX5" fmla="*/ 2491555 w 2595426"/>
              <a:gd name="connsiteY5" fmla="*/ 1120507 h 1122924"/>
              <a:gd name="connsiteX6" fmla="*/ 106075 w 2595426"/>
              <a:gd name="connsiteY6" fmla="*/ 1120507 h 1122924"/>
              <a:gd name="connsiteX7" fmla="*/ 900 w 2595426"/>
              <a:gd name="connsiteY7" fmla="*/ 1072482 h 1122924"/>
              <a:gd name="connsiteX8" fmla="*/ 4075 w 2595426"/>
              <a:gd name="connsiteY8" fmla="*/ 102000 h 1122924"/>
              <a:gd name="connsiteX0" fmla="*/ 4075 w 2593555"/>
              <a:gd name="connsiteY0" fmla="*/ 102000 h 1120938"/>
              <a:gd name="connsiteX1" fmla="*/ 106075 w 2593555"/>
              <a:gd name="connsiteY1" fmla="*/ 0 h 1120938"/>
              <a:gd name="connsiteX2" fmla="*/ 2491555 w 2593555"/>
              <a:gd name="connsiteY2" fmla="*/ 0 h 1120938"/>
              <a:gd name="connsiteX3" fmla="*/ 2593555 w 2593555"/>
              <a:gd name="connsiteY3" fmla="*/ 102000 h 1120938"/>
              <a:gd name="connsiteX4" fmla="*/ 2593555 w 2593555"/>
              <a:gd name="connsiteY4" fmla="*/ 1018507 h 1120938"/>
              <a:gd name="connsiteX5" fmla="*/ 2491555 w 2593555"/>
              <a:gd name="connsiteY5" fmla="*/ 1120507 h 1120938"/>
              <a:gd name="connsiteX6" fmla="*/ 106075 w 2593555"/>
              <a:gd name="connsiteY6" fmla="*/ 1120507 h 1120938"/>
              <a:gd name="connsiteX7" fmla="*/ 900 w 2593555"/>
              <a:gd name="connsiteY7" fmla="*/ 1072482 h 1120938"/>
              <a:gd name="connsiteX8" fmla="*/ 4075 w 2593555"/>
              <a:gd name="connsiteY8" fmla="*/ 102000 h 1120938"/>
              <a:gd name="connsiteX0" fmla="*/ 4075 w 2593557"/>
              <a:gd name="connsiteY0" fmla="*/ 102000 h 1122924"/>
              <a:gd name="connsiteX1" fmla="*/ 106075 w 2593557"/>
              <a:gd name="connsiteY1" fmla="*/ 0 h 1122924"/>
              <a:gd name="connsiteX2" fmla="*/ 2491555 w 2593557"/>
              <a:gd name="connsiteY2" fmla="*/ 0 h 1122924"/>
              <a:gd name="connsiteX3" fmla="*/ 2593555 w 2593557"/>
              <a:gd name="connsiteY3" fmla="*/ 102000 h 1122924"/>
              <a:gd name="connsiteX4" fmla="*/ 2593555 w 2593557"/>
              <a:gd name="connsiteY4" fmla="*/ 1018507 h 1122924"/>
              <a:gd name="connsiteX5" fmla="*/ 2491555 w 2593557"/>
              <a:gd name="connsiteY5" fmla="*/ 1120507 h 1122924"/>
              <a:gd name="connsiteX6" fmla="*/ 106075 w 2593557"/>
              <a:gd name="connsiteY6" fmla="*/ 1120507 h 1122924"/>
              <a:gd name="connsiteX7" fmla="*/ 900 w 2593557"/>
              <a:gd name="connsiteY7" fmla="*/ 1072482 h 1122924"/>
              <a:gd name="connsiteX8" fmla="*/ 4075 w 2593557"/>
              <a:gd name="connsiteY8" fmla="*/ 102000 h 1122924"/>
              <a:gd name="connsiteX0" fmla="*/ 4075 w 2595993"/>
              <a:gd name="connsiteY0" fmla="*/ 102000 h 1125473"/>
              <a:gd name="connsiteX1" fmla="*/ 106075 w 2595993"/>
              <a:gd name="connsiteY1" fmla="*/ 0 h 1125473"/>
              <a:gd name="connsiteX2" fmla="*/ 2491555 w 2595993"/>
              <a:gd name="connsiteY2" fmla="*/ 0 h 1125473"/>
              <a:gd name="connsiteX3" fmla="*/ 2593555 w 2595993"/>
              <a:gd name="connsiteY3" fmla="*/ 102000 h 1125473"/>
              <a:gd name="connsiteX4" fmla="*/ 2593555 w 2595993"/>
              <a:gd name="connsiteY4" fmla="*/ 1018507 h 1125473"/>
              <a:gd name="connsiteX5" fmla="*/ 2513780 w 2595993"/>
              <a:gd name="connsiteY5" fmla="*/ 1123682 h 1125473"/>
              <a:gd name="connsiteX6" fmla="*/ 106075 w 2595993"/>
              <a:gd name="connsiteY6" fmla="*/ 1120507 h 1125473"/>
              <a:gd name="connsiteX7" fmla="*/ 900 w 2595993"/>
              <a:gd name="connsiteY7" fmla="*/ 1072482 h 1125473"/>
              <a:gd name="connsiteX8" fmla="*/ 4075 w 2595993"/>
              <a:gd name="connsiteY8" fmla="*/ 102000 h 1125473"/>
              <a:gd name="connsiteX0" fmla="*/ 4075 w 2593559"/>
              <a:gd name="connsiteY0" fmla="*/ 102000 h 1123682"/>
              <a:gd name="connsiteX1" fmla="*/ 106075 w 2593559"/>
              <a:gd name="connsiteY1" fmla="*/ 0 h 1123682"/>
              <a:gd name="connsiteX2" fmla="*/ 2491555 w 2593559"/>
              <a:gd name="connsiteY2" fmla="*/ 0 h 1123682"/>
              <a:gd name="connsiteX3" fmla="*/ 2593555 w 2593559"/>
              <a:gd name="connsiteY3" fmla="*/ 102000 h 1123682"/>
              <a:gd name="connsiteX4" fmla="*/ 2593555 w 2593559"/>
              <a:gd name="connsiteY4" fmla="*/ 1018507 h 1123682"/>
              <a:gd name="connsiteX5" fmla="*/ 2513780 w 2593559"/>
              <a:gd name="connsiteY5" fmla="*/ 1123682 h 1123682"/>
              <a:gd name="connsiteX6" fmla="*/ 106075 w 2593559"/>
              <a:gd name="connsiteY6" fmla="*/ 1120507 h 1123682"/>
              <a:gd name="connsiteX7" fmla="*/ 900 w 2593559"/>
              <a:gd name="connsiteY7" fmla="*/ 1072482 h 1123682"/>
              <a:gd name="connsiteX8" fmla="*/ 4075 w 2593559"/>
              <a:gd name="connsiteY8" fmla="*/ 102000 h 1123682"/>
              <a:gd name="connsiteX0" fmla="*/ 4075 w 2594019"/>
              <a:gd name="connsiteY0" fmla="*/ 102000 h 1128236"/>
              <a:gd name="connsiteX1" fmla="*/ 106075 w 2594019"/>
              <a:gd name="connsiteY1" fmla="*/ 0 h 1128236"/>
              <a:gd name="connsiteX2" fmla="*/ 2491555 w 2594019"/>
              <a:gd name="connsiteY2" fmla="*/ 0 h 1128236"/>
              <a:gd name="connsiteX3" fmla="*/ 2593555 w 2594019"/>
              <a:gd name="connsiteY3" fmla="*/ 102000 h 1128236"/>
              <a:gd name="connsiteX4" fmla="*/ 2593555 w 2594019"/>
              <a:gd name="connsiteY4" fmla="*/ 1018507 h 1128236"/>
              <a:gd name="connsiteX5" fmla="*/ 2513780 w 2594019"/>
              <a:gd name="connsiteY5" fmla="*/ 1123682 h 1128236"/>
              <a:gd name="connsiteX6" fmla="*/ 106075 w 2594019"/>
              <a:gd name="connsiteY6" fmla="*/ 1120507 h 1128236"/>
              <a:gd name="connsiteX7" fmla="*/ 900 w 2594019"/>
              <a:gd name="connsiteY7" fmla="*/ 1072482 h 1128236"/>
              <a:gd name="connsiteX8" fmla="*/ 4075 w 2594019"/>
              <a:gd name="connsiteY8" fmla="*/ 102000 h 1128236"/>
              <a:gd name="connsiteX0" fmla="*/ 4075 w 2593764"/>
              <a:gd name="connsiteY0" fmla="*/ 102000 h 1123682"/>
              <a:gd name="connsiteX1" fmla="*/ 106075 w 2593764"/>
              <a:gd name="connsiteY1" fmla="*/ 0 h 1123682"/>
              <a:gd name="connsiteX2" fmla="*/ 2491555 w 2593764"/>
              <a:gd name="connsiteY2" fmla="*/ 0 h 1123682"/>
              <a:gd name="connsiteX3" fmla="*/ 2593555 w 2593764"/>
              <a:gd name="connsiteY3" fmla="*/ 102000 h 1123682"/>
              <a:gd name="connsiteX4" fmla="*/ 2593555 w 2593764"/>
              <a:gd name="connsiteY4" fmla="*/ 1018507 h 1123682"/>
              <a:gd name="connsiteX5" fmla="*/ 2513780 w 2593764"/>
              <a:gd name="connsiteY5" fmla="*/ 1123682 h 1123682"/>
              <a:gd name="connsiteX6" fmla="*/ 106075 w 2593764"/>
              <a:gd name="connsiteY6" fmla="*/ 1120507 h 1123682"/>
              <a:gd name="connsiteX7" fmla="*/ 900 w 2593764"/>
              <a:gd name="connsiteY7" fmla="*/ 1072482 h 1123682"/>
              <a:gd name="connsiteX8" fmla="*/ 4075 w 2593764"/>
              <a:gd name="connsiteY8" fmla="*/ 102000 h 112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3764" h="1123682">
                <a:moveTo>
                  <a:pt x="4075" y="102000"/>
                </a:moveTo>
                <a:cubicBezTo>
                  <a:pt x="4075" y="45667"/>
                  <a:pt x="49742" y="0"/>
                  <a:pt x="106075" y="0"/>
                </a:cubicBezTo>
                <a:lnTo>
                  <a:pt x="2491555" y="0"/>
                </a:lnTo>
                <a:cubicBezTo>
                  <a:pt x="2547888" y="0"/>
                  <a:pt x="2593555" y="45667"/>
                  <a:pt x="2593555" y="102000"/>
                </a:cubicBezTo>
                <a:lnTo>
                  <a:pt x="2593555" y="1018507"/>
                </a:lnTo>
                <a:cubicBezTo>
                  <a:pt x="2593555" y="1147865"/>
                  <a:pt x="2601863" y="1117332"/>
                  <a:pt x="2513780" y="1123682"/>
                </a:cubicBezTo>
                <a:lnTo>
                  <a:pt x="106075" y="1120507"/>
                </a:lnTo>
                <a:cubicBezTo>
                  <a:pt x="-16933" y="1120507"/>
                  <a:pt x="900" y="1128815"/>
                  <a:pt x="900" y="1072482"/>
                </a:cubicBezTo>
                <a:cubicBezTo>
                  <a:pt x="900" y="766980"/>
                  <a:pt x="4075" y="407502"/>
                  <a:pt x="4075" y="102000"/>
                </a:cubicBezTo>
                <a:close/>
              </a:path>
            </a:pathLst>
          </a:custGeom>
          <a:solidFill>
            <a:srgbClr val="49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Gráfico 6" descr="Usuários">
            <a:extLst>
              <a:ext uri="{FF2B5EF4-FFF2-40B4-BE49-F238E27FC236}">
                <a16:creationId xmlns:a16="http://schemas.microsoft.com/office/drawing/2014/main" id="{089A29FD-2F0F-47BF-8733-629F8C1347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13905" y="1613662"/>
            <a:ext cx="756846" cy="756846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B62EA0C-B0BD-419A-8F83-FA6B8EE9E3EF}"/>
              </a:ext>
            </a:extLst>
          </p:cNvPr>
          <p:cNvSpPr/>
          <p:nvPr/>
        </p:nvSpPr>
        <p:spPr>
          <a:xfrm>
            <a:off x="1551556" y="1430244"/>
            <a:ext cx="2589480" cy="281695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6456C56-FEA3-402A-974C-E85781B4BB01}"/>
              </a:ext>
            </a:extLst>
          </p:cNvPr>
          <p:cNvSpPr/>
          <p:nvPr/>
        </p:nvSpPr>
        <p:spPr>
          <a:xfrm>
            <a:off x="1547480" y="1430245"/>
            <a:ext cx="2593764" cy="1180554"/>
          </a:xfrm>
          <a:custGeom>
            <a:avLst/>
            <a:gdLst>
              <a:gd name="connsiteX0" fmla="*/ 0 w 2589480"/>
              <a:gd name="connsiteY0" fmla="*/ 102000 h 1120507"/>
              <a:gd name="connsiteX1" fmla="*/ 102000 w 2589480"/>
              <a:gd name="connsiteY1" fmla="*/ 0 h 1120507"/>
              <a:gd name="connsiteX2" fmla="*/ 2487480 w 2589480"/>
              <a:gd name="connsiteY2" fmla="*/ 0 h 1120507"/>
              <a:gd name="connsiteX3" fmla="*/ 2589480 w 2589480"/>
              <a:gd name="connsiteY3" fmla="*/ 102000 h 1120507"/>
              <a:gd name="connsiteX4" fmla="*/ 2589480 w 2589480"/>
              <a:gd name="connsiteY4" fmla="*/ 1018507 h 1120507"/>
              <a:gd name="connsiteX5" fmla="*/ 2487480 w 2589480"/>
              <a:gd name="connsiteY5" fmla="*/ 1120507 h 1120507"/>
              <a:gd name="connsiteX6" fmla="*/ 102000 w 2589480"/>
              <a:gd name="connsiteY6" fmla="*/ 1120507 h 1120507"/>
              <a:gd name="connsiteX7" fmla="*/ 0 w 2589480"/>
              <a:gd name="connsiteY7" fmla="*/ 1018507 h 1120507"/>
              <a:gd name="connsiteX8" fmla="*/ 0 w 2589480"/>
              <a:gd name="connsiteY8" fmla="*/ 102000 h 1120507"/>
              <a:gd name="connsiteX0" fmla="*/ 3175 w 2592655"/>
              <a:gd name="connsiteY0" fmla="*/ 102000 h 1120938"/>
              <a:gd name="connsiteX1" fmla="*/ 105175 w 2592655"/>
              <a:gd name="connsiteY1" fmla="*/ 0 h 1120938"/>
              <a:gd name="connsiteX2" fmla="*/ 2490655 w 2592655"/>
              <a:gd name="connsiteY2" fmla="*/ 0 h 1120938"/>
              <a:gd name="connsiteX3" fmla="*/ 2592655 w 2592655"/>
              <a:gd name="connsiteY3" fmla="*/ 102000 h 1120938"/>
              <a:gd name="connsiteX4" fmla="*/ 2592655 w 2592655"/>
              <a:gd name="connsiteY4" fmla="*/ 1018507 h 1120938"/>
              <a:gd name="connsiteX5" fmla="*/ 2490655 w 2592655"/>
              <a:gd name="connsiteY5" fmla="*/ 1120507 h 1120938"/>
              <a:gd name="connsiteX6" fmla="*/ 105175 w 2592655"/>
              <a:gd name="connsiteY6" fmla="*/ 1120507 h 1120938"/>
              <a:gd name="connsiteX7" fmla="*/ 0 w 2592655"/>
              <a:gd name="connsiteY7" fmla="*/ 1072482 h 1120938"/>
              <a:gd name="connsiteX8" fmla="*/ 3175 w 2592655"/>
              <a:gd name="connsiteY8" fmla="*/ 102000 h 1120938"/>
              <a:gd name="connsiteX0" fmla="*/ 4075 w 2593555"/>
              <a:gd name="connsiteY0" fmla="*/ 102000 h 1120938"/>
              <a:gd name="connsiteX1" fmla="*/ 106075 w 2593555"/>
              <a:gd name="connsiteY1" fmla="*/ 0 h 1120938"/>
              <a:gd name="connsiteX2" fmla="*/ 2491555 w 2593555"/>
              <a:gd name="connsiteY2" fmla="*/ 0 h 1120938"/>
              <a:gd name="connsiteX3" fmla="*/ 2593555 w 2593555"/>
              <a:gd name="connsiteY3" fmla="*/ 102000 h 1120938"/>
              <a:gd name="connsiteX4" fmla="*/ 2593555 w 2593555"/>
              <a:gd name="connsiteY4" fmla="*/ 1018507 h 1120938"/>
              <a:gd name="connsiteX5" fmla="*/ 2491555 w 2593555"/>
              <a:gd name="connsiteY5" fmla="*/ 1120507 h 1120938"/>
              <a:gd name="connsiteX6" fmla="*/ 106075 w 2593555"/>
              <a:gd name="connsiteY6" fmla="*/ 1120507 h 1120938"/>
              <a:gd name="connsiteX7" fmla="*/ 900 w 2593555"/>
              <a:gd name="connsiteY7" fmla="*/ 1072482 h 1120938"/>
              <a:gd name="connsiteX8" fmla="*/ 4075 w 2593555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4493"/>
              <a:gd name="connsiteY0" fmla="*/ 102000 h 1120938"/>
              <a:gd name="connsiteX1" fmla="*/ 106075 w 2594493"/>
              <a:gd name="connsiteY1" fmla="*/ 0 h 1120938"/>
              <a:gd name="connsiteX2" fmla="*/ 2491555 w 2594493"/>
              <a:gd name="connsiteY2" fmla="*/ 0 h 1120938"/>
              <a:gd name="connsiteX3" fmla="*/ 2593555 w 2594493"/>
              <a:gd name="connsiteY3" fmla="*/ 102000 h 1120938"/>
              <a:gd name="connsiteX4" fmla="*/ 2593555 w 2594493"/>
              <a:gd name="connsiteY4" fmla="*/ 1018507 h 1120938"/>
              <a:gd name="connsiteX5" fmla="*/ 2491555 w 2594493"/>
              <a:gd name="connsiteY5" fmla="*/ 1120507 h 1120938"/>
              <a:gd name="connsiteX6" fmla="*/ 106075 w 2594493"/>
              <a:gd name="connsiteY6" fmla="*/ 1120507 h 1120938"/>
              <a:gd name="connsiteX7" fmla="*/ 900 w 2594493"/>
              <a:gd name="connsiteY7" fmla="*/ 1072482 h 1120938"/>
              <a:gd name="connsiteX8" fmla="*/ 4075 w 2594493"/>
              <a:gd name="connsiteY8" fmla="*/ 102000 h 1120938"/>
              <a:gd name="connsiteX0" fmla="*/ 4075 w 2597151"/>
              <a:gd name="connsiteY0" fmla="*/ 102000 h 1121527"/>
              <a:gd name="connsiteX1" fmla="*/ 106075 w 2597151"/>
              <a:gd name="connsiteY1" fmla="*/ 0 h 1121527"/>
              <a:gd name="connsiteX2" fmla="*/ 2491555 w 2597151"/>
              <a:gd name="connsiteY2" fmla="*/ 0 h 1121527"/>
              <a:gd name="connsiteX3" fmla="*/ 2593555 w 2597151"/>
              <a:gd name="connsiteY3" fmla="*/ 102000 h 1121527"/>
              <a:gd name="connsiteX4" fmla="*/ 2593555 w 2597151"/>
              <a:gd name="connsiteY4" fmla="*/ 1018507 h 1121527"/>
              <a:gd name="connsiteX5" fmla="*/ 2491555 w 2597151"/>
              <a:gd name="connsiteY5" fmla="*/ 1120507 h 1121527"/>
              <a:gd name="connsiteX6" fmla="*/ 106075 w 2597151"/>
              <a:gd name="connsiteY6" fmla="*/ 1120507 h 1121527"/>
              <a:gd name="connsiteX7" fmla="*/ 900 w 2597151"/>
              <a:gd name="connsiteY7" fmla="*/ 1072482 h 1121527"/>
              <a:gd name="connsiteX8" fmla="*/ 4075 w 2597151"/>
              <a:gd name="connsiteY8" fmla="*/ 102000 h 1121527"/>
              <a:gd name="connsiteX0" fmla="*/ 4075 w 2597151"/>
              <a:gd name="connsiteY0" fmla="*/ 102000 h 1121527"/>
              <a:gd name="connsiteX1" fmla="*/ 106075 w 2597151"/>
              <a:gd name="connsiteY1" fmla="*/ 0 h 1121527"/>
              <a:gd name="connsiteX2" fmla="*/ 2491555 w 2597151"/>
              <a:gd name="connsiteY2" fmla="*/ 0 h 1121527"/>
              <a:gd name="connsiteX3" fmla="*/ 2593555 w 2597151"/>
              <a:gd name="connsiteY3" fmla="*/ 102000 h 1121527"/>
              <a:gd name="connsiteX4" fmla="*/ 2593555 w 2597151"/>
              <a:gd name="connsiteY4" fmla="*/ 1018507 h 1121527"/>
              <a:gd name="connsiteX5" fmla="*/ 2491555 w 2597151"/>
              <a:gd name="connsiteY5" fmla="*/ 1120507 h 1121527"/>
              <a:gd name="connsiteX6" fmla="*/ 106075 w 2597151"/>
              <a:gd name="connsiteY6" fmla="*/ 1120507 h 1121527"/>
              <a:gd name="connsiteX7" fmla="*/ 900 w 2597151"/>
              <a:gd name="connsiteY7" fmla="*/ 1072482 h 1121527"/>
              <a:gd name="connsiteX8" fmla="*/ 4075 w 2597151"/>
              <a:gd name="connsiteY8" fmla="*/ 102000 h 1121527"/>
              <a:gd name="connsiteX0" fmla="*/ 4075 w 2595209"/>
              <a:gd name="connsiteY0" fmla="*/ 102000 h 1124323"/>
              <a:gd name="connsiteX1" fmla="*/ 106075 w 2595209"/>
              <a:gd name="connsiteY1" fmla="*/ 0 h 1124323"/>
              <a:gd name="connsiteX2" fmla="*/ 2491555 w 2595209"/>
              <a:gd name="connsiteY2" fmla="*/ 0 h 1124323"/>
              <a:gd name="connsiteX3" fmla="*/ 2593555 w 2595209"/>
              <a:gd name="connsiteY3" fmla="*/ 102000 h 1124323"/>
              <a:gd name="connsiteX4" fmla="*/ 2593555 w 2595209"/>
              <a:gd name="connsiteY4" fmla="*/ 1018507 h 1124323"/>
              <a:gd name="connsiteX5" fmla="*/ 2491555 w 2595209"/>
              <a:gd name="connsiteY5" fmla="*/ 1120507 h 1124323"/>
              <a:gd name="connsiteX6" fmla="*/ 106075 w 2595209"/>
              <a:gd name="connsiteY6" fmla="*/ 1120507 h 1124323"/>
              <a:gd name="connsiteX7" fmla="*/ 900 w 2595209"/>
              <a:gd name="connsiteY7" fmla="*/ 1072482 h 1124323"/>
              <a:gd name="connsiteX8" fmla="*/ 4075 w 2595209"/>
              <a:gd name="connsiteY8" fmla="*/ 102000 h 1124323"/>
              <a:gd name="connsiteX0" fmla="*/ 4075 w 2594871"/>
              <a:gd name="connsiteY0" fmla="*/ 102000 h 1122924"/>
              <a:gd name="connsiteX1" fmla="*/ 106075 w 2594871"/>
              <a:gd name="connsiteY1" fmla="*/ 0 h 1122924"/>
              <a:gd name="connsiteX2" fmla="*/ 2491555 w 2594871"/>
              <a:gd name="connsiteY2" fmla="*/ 0 h 1122924"/>
              <a:gd name="connsiteX3" fmla="*/ 2593555 w 2594871"/>
              <a:gd name="connsiteY3" fmla="*/ 102000 h 1122924"/>
              <a:gd name="connsiteX4" fmla="*/ 2593555 w 2594871"/>
              <a:gd name="connsiteY4" fmla="*/ 1018507 h 1122924"/>
              <a:gd name="connsiteX5" fmla="*/ 2491555 w 2594871"/>
              <a:gd name="connsiteY5" fmla="*/ 1120507 h 1122924"/>
              <a:gd name="connsiteX6" fmla="*/ 106075 w 2594871"/>
              <a:gd name="connsiteY6" fmla="*/ 1120507 h 1122924"/>
              <a:gd name="connsiteX7" fmla="*/ 900 w 2594871"/>
              <a:gd name="connsiteY7" fmla="*/ 1072482 h 1122924"/>
              <a:gd name="connsiteX8" fmla="*/ 4075 w 2594871"/>
              <a:gd name="connsiteY8" fmla="*/ 102000 h 1122924"/>
              <a:gd name="connsiteX0" fmla="*/ 4075 w 2595426"/>
              <a:gd name="connsiteY0" fmla="*/ 102000 h 1122924"/>
              <a:gd name="connsiteX1" fmla="*/ 106075 w 2595426"/>
              <a:gd name="connsiteY1" fmla="*/ 0 h 1122924"/>
              <a:gd name="connsiteX2" fmla="*/ 2491555 w 2595426"/>
              <a:gd name="connsiteY2" fmla="*/ 0 h 1122924"/>
              <a:gd name="connsiteX3" fmla="*/ 2593555 w 2595426"/>
              <a:gd name="connsiteY3" fmla="*/ 102000 h 1122924"/>
              <a:gd name="connsiteX4" fmla="*/ 2593555 w 2595426"/>
              <a:gd name="connsiteY4" fmla="*/ 1018507 h 1122924"/>
              <a:gd name="connsiteX5" fmla="*/ 2491555 w 2595426"/>
              <a:gd name="connsiteY5" fmla="*/ 1120507 h 1122924"/>
              <a:gd name="connsiteX6" fmla="*/ 106075 w 2595426"/>
              <a:gd name="connsiteY6" fmla="*/ 1120507 h 1122924"/>
              <a:gd name="connsiteX7" fmla="*/ 900 w 2595426"/>
              <a:gd name="connsiteY7" fmla="*/ 1072482 h 1122924"/>
              <a:gd name="connsiteX8" fmla="*/ 4075 w 2595426"/>
              <a:gd name="connsiteY8" fmla="*/ 102000 h 1122924"/>
              <a:gd name="connsiteX0" fmla="*/ 4075 w 2595426"/>
              <a:gd name="connsiteY0" fmla="*/ 102000 h 1122924"/>
              <a:gd name="connsiteX1" fmla="*/ 106075 w 2595426"/>
              <a:gd name="connsiteY1" fmla="*/ 0 h 1122924"/>
              <a:gd name="connsiteX2" fmla="*/ 2491555 w 2595426"/>
              <a:gd name="connsiteY2" fmla="*/ 0 h 1122924"/>
              <a:gd name="connsiteX3" fmla="*/ 2593555 w 2595426"/>
              <a:gd name="connsiteY3" fmla="*/ 102000 h 1122924"/>
              <a:gd name="connsiteX4" fmla="*/ 2593555 w 2595426"/>
              <a:gd name="connsiteY4" fmla="*/ 1018507 h 1122924"/>
              <a:gd name="connsiteX5" fmla="*/ 2491555 w 2595426"/>
              <a:gd name="connsiteY5" fmla="*/ 1120507 h 1122924"/>
              <a:gd name="connsiteX6" fmla="*/ 106075 w 2595426"/>
              <a:gd name="connsiteY6" fmla="*/ 1120507 h 1122924"/>
              <a:gd name="connsiteX7" fmla="*/ 900 w 2595426"/>
              <a:gd name="connsiteY7" fmla="*/ 1072482 h 1122924"/>
              <a:gd name="connsiteX8" fmla="*/ 4075 w 2595426"/>
              <a:gd name="connsiteY8" fmla="*/ 102000 h 1122924"/>
              <a:gd name="connsiteX0" fmla="*/ 4075 w 2593555"/>
              <a:gd name="connsiteY0" fmla="*/ 102000 h 1120938"/>
              <a:gd name="connsiteX1" fmla="*/ 106075 w 2593555"/>
              <a:gd name="connsiteY1" fmla="*/ 0 h 1120938"/>
              <a:gd name="connsiteX2" fmla="*/ 2491555 w 2593555"/>
              <a:gd name="connsiteY2" fmla="*/ 0 h 1120938"/>
              <a:gd name="connsiteX3" fmla="*/ 2593555 w 2593555"/>
              <a:gd name="connsiteY3" fmla="*/ 102000 h 1120938"/>
              <a:gd name="connsiteX4" fmla="*/ 2593555 w 2593555"/>
              <a:gd name="connsiteY4" fmla="*/ 1018507 h 1120938"/>
              <a:gd name="connsiteX5" fmla="*/ 2491555 w 2593555"/>
              <a:gd name="connsiteY5" fmla="*/ 1120507 h 1120938"/>
              <a:gd name="connsiteX6" fmla="*/ 106075 w 2593555"/>
              <a:gd name="connsiteY6" fmla="*/ 1120507 h 1120938"/>
              <a:gd name="connsiteX7" fmla="*/ 900 w 2593555"/>
              <a:gd name="connsiteY7" fmla="*/ 1072482 h 1120938"/>
              <a:gd name="connsiteX8" fmla="*/ 4075 w 2593555"/>
              <a:gd name="connsiteY8" fmla="*/ 102000 h 1120938"/>
              <a:gd name="connsiteX0" fmla="*/ 4075 w 2593557"/>
              <a:gd name="connsiteY0" fmla="*/ 102000 h 1122924"/>
              <a:gd name="connsiteX1" fmla="*/ 106075 w 2593557"/>
              <a:gd name="connsiteY1" fmla="*/ 0 h 1122924"/>
              <a:gd name="connsiteX2" fmla="*/ 2491555 w 2593557"/>
              <a:gd name="connsiteY2" fmla="*/ 0 h 1122924"/>
              <a:gd name="connsiteX3" fmla="*/ 2593555 w 2593557"/>
              <a:gd name="connsiteY3" fmla="*/ 102000 h 1122924"/>
              <a:gd name="connsiteX4" fmla="*/ 2593555 w 2593557"/>
              <a:gd name="connsiteY4" fmla="*/ 1018507 h 1122924"/>
              <a:gd name="connsiteX5" fmla="*/ 2491555 w 2593557"/>
              <a:gd name="connsiteY5" fmla="*/ 1120507 h 1122924"/>
              <a:gd name="connsiteX6" fmla="*/ 106075 w 2593557"/>
              <a:gd name="connsiteY6" fmla="*/ 1120507 h 1122924"/>
              <a:gd name="connsiteX7" fmla="*/ 900 w 2593557"/>
              <a:gd name="connsiteY7" fmla="*/ 1072482 h 1122924"/>
              <a:gd name="connsiteX8" fmla="*/ 4075 w 2593557"/>
              <a:gd name="connsiteY8" fmla="*/ 102000 h 1122924"/>
              <a:gd name="connsiteX0" fmla="*/ 4075 w 2595993"/>
              <a:gd name="connsiteY0" fmla="*/ 102000 h 1125473"/>
              <a:gd name="connsiteX1" fmla="*/ 106075 w 2595993"/>
              <a:gd name="connsiteY1" fmla="*/ 0 h 1125473"/>
              <a:gd name="connsiteX2" fmla="*/ 2491555 w 2595993"/>
              <a:gd name="connsiteY2" fmla="*/ 0 h 1125473"/>
              <a:gd name="connsiteX3" fmla="*/ 2593555 w 2595993"/>
              <a:gd name="connsiteY3" fmla="*/ 102000 h 1125473"/>
              <a:gd name="connsiteX4" fmla="*/ 2593555 w 2595993"/>
              <a:gd name="connsiteY4" fmla="*/ 1018507 h 1125473"/>
              <a:gd name="connsiteX5" fmla="*/ 2513780 w 2595993"/>
              <a:gd name="connsiteY5" fmla="*/ 1123682 h 1125473"/>
              <a:gd name="connsiteX6" fmla="*/ 106075 w 2595993"/>
              <a:gd name="connsiteY6" fmla="*/ 1120507 h 1125473"/>
              <a:gd name="connsiteX7" fmla="*/ 900 w 2595993"/>
              <a:gd name="connsiteY7" fmla="*/ 1072482 h 1125473"/>
              <a:gd name="connsiteX8" fmla="*/ 4075 w 2595993"/>
              <a:gd name="connsiteY8" fmla="*/ 102000 h 1125473"/>
              <a:gd name="connsiteX0" fmla="*/ 4075 w 2593559"/>
              <a:gd name="connsiteY0" fmla="*/ 102000 h 1123682"/>
              <a:gd name="connsiteX1" fmla="*/ 106075 w 2593559"/>
              <a:gd name="connsiteY1" fmla="*/ 0 h 1123682"/>
              <a:gd name="connsiteX2" fmla="*/ 2491555 w 2593559"/>
              <a:gd name="connsiteY2" fmla="*/ 0 h 1123682"/>
              <a:gd name="connsiteX3" fmla="*/ 2593555 w 2593559"/>
              <a:gd name="connsiteY3" fmla="*/ 102000 h 1123682"/>
              <a:gd name="connsiteX4" fmla="*/ 2593555 w 2593559"/>
              <a:gd name="connsiteY4" fmla="*/ 1018507 h 1123682"/>
              <a:gd name="connsiteX5" fmla="*/ 2513780 w 2593559"/>
              <a:gd name="connsiteY5" fmla="*/ 1123682 h 1123682"/>
              <a:gd name="connsiteX6" fmla="*/ 106075 w 2593559"/>
              <a:gd name="connsiteY6" fmla="*/ 1120507 h 1123682"/>
              <a:gd name="connsiteX7" fmla="*/ 900 w 2593559"/>
              <a:gd name="connsiteY7" fmla="*/ 1072482 h 1123682"/>
              <a:gd name="connsiteX8" fmla="*/ 4075 w 2593559"/>
              <a:gd name="connsiteY8" fmla="*/ 102000 h 1123682"/>
              <a:gd name="connsiteX0" fmla="*/ 4075 w 2594019"/>
              <a:gd name="connsiteY0" fmla="*/ 102000 h 1128236"/>
              <a:gd name="connsiteX1" fmla="*/ 106075 w 2594019"/>
              <a:gd name="connsiteY1" fmla="*/ 0 h 1128236"/>
              <a:gd name="connsiteX2" fmla="*/ 2491555 w 2594019"/>
              <a:gd name="connsiteY2" fmla="*/ 0 h 1128236"/>
              <a:gd name="connsiteX3" fmla="*/ 2593555 w 2594019"/>
              <a:gd name="connsiteY3" fmla="*/ 102000 h 1128236"/>
              <a:gd name="connsiteX4" fmla="*/ 2593555 w 2594019"/>
              <a:gd name="connsiteY4" fmla="*/ 1018507 h 1128236"/>
              <a:gd name="connsiteX5" fmla="*/ 2513780 w 2594019"/>
              <a:gd name="connsiteY5" fmla="*/ 1123682 h 1128236"/>
              <a:gd name="connsiteX6" fmla="*/ 106075 w 2594019"/>
              <a:gd name="connsiteY6" fmla="*/ 1120507 h 1128236"/>
              <a:gd name="connsiteX7" fmla="*/ 900 w 2594019"/>
              <a:gd name="connsiteY7" fmla="*/ 1072482 h 1128236"/>
              <a:gd name="connsiteX8" fmla="*/ 4075 w 2594019"/>
              <a:gd name="connsiteY8" fmla="*/ 102000 h 1128236"/>
              <a:gd name="connsiteX0" fmla="*/ 4075 w 2593764"/>
              <a:gd name="connsiteY0" fmla="*/ 102000 h 1123682"/>
              <a:gd name="connsiteX1" fmla="*/ 106075 w 2593764"/>
              <a:gd name="connsiteY1" fmla="*/ 0 h 1123682"/>
              <a:gd name="connsiteX2" fmla="*/ 2491555 w 2593764"/>
              <a:gd name="connsiteY2" fmla="*/ 0 h 1123682"/>
              <a:gd name="connsiteX3" fmla="*/ 2593555 w 2593764"/>
              <a:gd name="connsiteY3" fmla="*/ 102000 h 1123682"/>
              <a:gd name="connsiteX4" fmla="*/ 2593555 w 2593764"/>
              <a:gd name="connsiteY4" fmla="*/ 1018507 h 1123682"/>
              <a:gd name="connsiteX5" fmla="*/ 2513780 w 2593764"/>
              <a:gd name="connsiteY5" fmla="*/ 1123682 h 1123682"/>
              <a:gd name="connsiteX6" fmla="*/ 106075 w 2593764"/>
              <a:gd name="connsiteY6" fmla="*/ 1120507 h 1123682"/>
              <a:gd name="connsiteX7" fmla="*/ 900 w 2593764"/>
              <a:gd name="connsiteY7" fmla="*/ 1072482 h 1123682"/>
              <a:gd name="connsiteX8" fmla="*/ 4075 w 2593764"/>
              <a:gd name="connsiteY8" fmla="*/ 102000 h 112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3764" h="1123682">
                <a:moveTo>
                  <a:pt x="4075" y="102000"/>
                </a:moveTo>
                <a:cubicBezTo>
                  <a:pt x="4075" y="45667"/>
                  <a:pt x="49742" y="0"/>
                  <a:pt x="106075" y="0"/>
                </a:cubicBezTo>
                <a:lnTo>
                  <a:pt x="2491555" y="0"/>
                </a:lnTo>
                <a:cubicBezTo>
                  <a:pt x="2547888" y="0"/>
                  <a:pt x="2593555" y="45667"/>
                  <a:pt x="2593555" y="102000"/>
                </a:cubicBezTo>
                <a:lnTo>
                  <a:pt x="2593555" y="1018507"/>
                </a:lnTo>
                <a:cubicBezTo>
                  <a:pt x="2593555" y="1147865"/>
                  <a:pt x="2601863" y="1117332"/>
                  <a:pt x="2513780" y="1123682"/>
                </a:cubicBezTo>
                <a:lnTo>
                  <a:pt x="106075" y="1120507"/>
                </a:lnTo>
                <a:cubicBezTo>
                  <a:pt x="-16933" y="1120507"/>
                  <a:pt x="900" y="1128815"/>
                  <a:pt x="900" y="1072482"/>
                </a:cubicBezTo>
                <a:cubicBezTo>
                  <a:pt x="900" y="766980"/>
                  <a:pt x="4075" y="407502"/>
                  <a:pt x="4075" y="102000"/>
                </a:cubicBezTo>
                <a:close/>
              </a:path>
            </a:pathLst>
          </a:custGeom>
          <a:solidFill>
            <a:srgbClr val="8282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6E14B7E4-5CFA-4636-A287-7D878F63ADC8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460" y="1613662"/>
            <a:ext cx="671278" cy="671278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D0C138D7-45E3-4DA1-B904-33E8EDEC204D}"/>
              </a:ext>
            </a:extLst>
          </p:cNvPr>
          <p:cNvSpPr txBox="1"/>
          <p:nvPr/>
        </p:nvSpPr>
        <p:spPr>
          <a:xfrm>
            <a:off x="1655890" y="2765919"/>
            <a:ext cx="1950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Nunito" pitchFamily="2" charset="0"/>
              </a:rPr>
              <a:t>ROXO CIRCULARIS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1249EE8-2791-4538-A173-0511542A145B}"/>
              </a:ext>
            </a:extLst>
          </p:cNvPr>
          <p:cNvSpPr txBox="1"/>
          <p:nvPr/>
        </p:nvSpPr>
        <p:spPr>
          <a:xfrm>
            <a:off x="1655890" y="3195926"/>
            <a:ext cx="23954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Nunito" pitchFamily="2" charset="0"/>
              </a:rPr>
              <a:t>#8282F8</a:t>
            </a:r>
          </a:p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</a:rPr>
              <a:t>Cor da identidade do projeto, transmitindo criatividade e inovação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845A2F2-068D-460D-BCED-8CE8AA033107}"/>
              </a:ext>
            </a:extLst>
          </p:cNvPr>
          <p:cNvSpPr txBox="1"/>
          <p:nvPr/>
        </p:nvSpPr>
        <p:spPr>
          <a:xfrm>
            <a:off x="5192303" y="2765919"/>
            <a:ext cx="1950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Nunito" pitchFamily="2" charset="0"/>
              </a:rPr>
              <a:t>LILÁS CLARO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D7BEC2F-BE2E-4896-B27D-BCE93AE2C379}"/>
              </a:ext>
            </a:extLst>
          </p:cNvPr>
          <p:cNvSpPr txBox="1"/>
          <p:nvPr/>
        </p:nvSpPr>
        <p:spPr>
          <a:xfrm>
            <a:off x="5192303" y="3195926"/>
            <a:ext cx="23954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Nunito" pitchFamily="2" charset="0"/>
              </a:rPr>
              <a:t>#EFD6FF</a:t>
            </a:r>
          </a:p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</a:rPr>
              <a:t>Cor secundária, transmitindo harmonização entre as cores.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5E32A3C-2BC7-4C70-B518-7227C10CBD0A}"/>
              </a:ext>
            </a:extLst>
          </p:cNvPr>
          <p:cNvSpPr txBox="1"/>
          <p:nvPr/>
        </p:nvSpPr>
        <p:spPr>
          <a:xfrm>
            <a:off x="8689534" y="2764726"/>
            <a:ext cx="1950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Nunito" pitchFamily="2" charset="0"/>
              </a:rPr>
              <a:t>AZUL INCLUSIVO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8D593A2-EF6E-4AE8-A439-08B5570D9FFB}"/>
              </a:ext>
            </a:extLst>
          </p:cNvPr>
          <p:cNvSpPr txBox="1"/>
          <p:nvPr/>
        </p:nvSpPr>
        <p:spPr>
          <a:xfrm>
            <a:off x="8687563" y="3195926"/>
            <a:ext cx="23954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Nunito" pitchFamily="2" charset="0"/>
              </a:rPr>
              <a:t>#49B3FF</a:t>
            </a:r>
          </a:p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</a:rPr>
              <a:t>Representa inclusão digital e acessibilidade na educação.</a:t>
            </a:r>
          </a:p>
        </p:txBody>
      </p:sp>
      <p:pic>
        <p:nvPicPr>
          <p:cNvPr id="27" name="Gráfico 26" descr="Chá">
            <a:extLst>
              <a:ext uri="{FF2B5EF4-FFF2-40B4-BE49-F238E27FC236}">
                <a16:creationId xmlns:a16="http://schemas.microsoft.com/office/drawing/2014/main" id="{621220B6-1451-41D3-9A77-1004D2DD0D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16228" y="1571769"/>
            <a:ext cx="713171" cy="713171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11310BCA-8AC8-4D78-9B08-CEC1D72DDF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796" y="4514549"/>
            <a:ext cx="4917079" cy="194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88640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E11FF2EC-B72F-4594-99D0-A3B7884289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-63794" y="58634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pt-BR" sz="3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Impactos Esperados</a:t>
            </a:r>
            <a:endParaRPr lang="pt-BR" sz="3600" b="1" spc="200" noProof="1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8AE9A1FD-BF79-454F-8705-BDA3661CD11B}"/>
              </a:ext>
            </a:extLst>
          </p:cNvPr>
          <p:cNvGrpSpPr/>
          <p:nvPr/>
        </p:nvGrpSpPr>
        <p:grpSpPr>
          <a:xfrm>
            <a:off x="447491" y="1152749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30B6A77-084A-4F4A-B607-46A03422B6E4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ED802B3C-1DD2-48EF-92A0-33830EEA8E6F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417AA7B-0485-449F-8B80-1CD551F04C24}"/>
              </a:ext>
            </a:extLst>
          </p:cNvPr>
          <p:cNvSpPr/>
          <p:nvPr/>
        </p:nvSpPr>
        <p:spPr>
          <a:xfrm>
            <a:off x="689042" y="1607850"/>
            <a:ext cx="568457" cy="5611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Gráfico 2" descr="Laptop">
            <a:extLst>
              <a:ext uri="{FF2B5EF4-FFF2-40B4-BE49-F238E27FC236}">
                <a16:creationId xmlns:a16="http://schemas.microsoft.com/office/drawing/2014/main" id="{0787BA10-E212-40C4-A8FF-BED5643CBC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6413" y="1681578"/>
            <a:ext cx="413713" cy="413713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F6DD4708-96A2-4EF8-9C76-83FCA0CA30FD}"/>
              </a:ext>
            </a:extLst>
          </p:cNvPr>
          <p:cNvSpPr/>
          <p:nvPr/>
        </p:nvSpPr>
        <p:spPr>
          <a:xfrm>
            <a:off x="1482692" y="1418586"/>
            <a:ext cx="4775644" cy="3785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pt-BR" sz="2400" b="1" spc="150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Plataforma Funcional</a:t>
            </a:r>
            <a:endParaRPr lang="pt-BR" sz="2400" spc="150" dirty="0">
              <a:latin typeface="Nunito" pitchFamily="2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67946AC6-9032-4567-B093-362C2475572D}"/>
              </a:ext>
            </a:extLst>
          </p:cNvPr>
          <p:cNvSpPr/>
          <p:nvPr/>
        </p:nvSpPr>
        <p:spPr>
          <a:xfrm>
            <a:off x="1482692" y="1673658"/>
            <a:ext cx="10281121" cy="7287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Desenvolvimento completo de uma plataforma com funcionalidades para cadastro, troca, chat, notificações e moderação de conteúdo.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Nunito" pitchFamily="2" charset="0"/>
            </a:endParaRP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ACA0403-541B-41DB-AC64-3E3CA1277076}"/>
              </a:ext>
            </a:extLst>
          </p:cNvPr>
          <p:cNvGrpSpPr/>
          <p:nvPr/>
        </p:nvGrpSpPr>
        <p:grpSpPr>
          <a:xfrm>
            <a:off x="447491" y="2988793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1DBC7C1-D0A8-42DC-BEC4-CC7464282DD2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46973AA0-F04C-4E60-89DE-A36114E39F03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CB576AD-2DAC-4958-A8CD-63CF8960FBAC}"/>
              </a:ext>
            </a:extLst>
          </p:cNvPr>
          <p:cNvGrpSpPr/>
          <p:nvPr/>
        </p:nvGrpSpPr>
        <p:grpSpPr>
          <a:xfrm>
            <a:off x="447491" y="4824838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3A1215D1-2B04-4D52-B8CB-D6DE0F99EB16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A2611C4C-E7C0-4AF8-A38F-7B5E3E3B2294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04A4796-B709-4D68-960C-D4AD64B4A107}"/>
              </a:ext>
            </a:extLst>
          </p:cNvPr>
          <p:cNvSpPr/>
          <p:nvPr/>
        </p:nvSpPr>
        <p:spPr>
          <a:xfrm>
            <a:off x="684664" y="3453256"/>
            <a:ext cx="568457" cy="5611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97BBC49-1199-4785-9E5E-EA85D1993FB6}"/>
              </a:ext>
            </a:extLst>
          </p:cNvPr>
          <p:cNvSpPr/>
          <p:nvPr/>
        </p:nvSpPr>
        <p:spPr>
          <a:xfrm>
            <a:off x="684664" y="5279939"/>
            <a:ext cx="568457" cy="5611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FF2338EF-24F4-49B6-8DCE-10F5C427FBA1}"/>
              </a:ext>
            </a:extLst>
          </p:cNvPr>
          <p:cNvSpPr/>
          <p:nvPr/>
        </p:nvSpPr>
        <p:spPr>
          <a:xfrm>
            <a:off x="1494121" y="5005900"/>
            <a:ext cx="4613308" cy="3568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pt-BR" sz="2400" b="1" noProof="1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Viabilidade Comprovada</a:t>
            </a:r>
            <a:endParaRPr lang="pt-BR" sz="2400" noProof="1">
              <a:latin typeface="Nunito" pitchFamily="2" charset="0"/>
            </a:endParaRPr>
          </a:p>
        </p:txBody>
      </p:sp>
      <p:pic>
        <p:nvPicPr>
          <p:cNvPr id="5" name="Gráfico 4" descr="Família com duas crianças">
            <a:extLst>
              <a:ext uri="{FF2B5EF4-FFF2-40B4-BE49-F238E27FC236}">
                <a16:creationId xmlns:a16="http://schemas.microsoft.com/office/drawing/2014/main" id="{12A8D3DA-7CAC-494F-B50C-A92984F9EE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2542" y="3483751"/>
            <a:ext cx="481456" cy="481456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E91D08C0-6B6E-4AE5-A784-111AFF4C4352}"/>
              </a:ext>
            </a:extLst>
          </p:cNvPr>
          <p:cNvSpPr/>
          <p:nvPr/>
        </p:nvSpPr>
        <p:spPr>
          <a:xfrm>
            <a:off x="1482692" y="5330980"/>
            <a:ext cx="10203748" cy="7929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Estudo completo demonstrou viabilidade técnica, econômica, operacional e legal do projeto, com foco em sustentabilidade e impacto social.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Nunito" pitchFamily="2" charset="0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DCEC44F0-0E42-425D-854D-DDD1C2DC29AD}"/>
              </a:ext>
            </a:extLst>
          </p:cNvPr>
          <p:cNvSpPr/>
          <p:nvPr/>
        </p:nvSpPr>
        <p:spPr>
          <a:xfrm>
            <a:off x="1494121" y="3202173"/>
            <a:ext cx="25981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b="1" spc="150" dirty="0">
                <a:latin typeface="Nunito" pitchFamily="2" charset="0"/>
                <a:ea typeface="ui-sans-serif" pitchFamily="34" charset="-122"/>
                <a:cs typeface="ui-sans-serif" pitchFamily="34" charset="-120"/>
              </a:rPr>
              <a:t>Impacto Social</a:t>
            </a:r>
            <a:endParaRPr lang="en-US" sz="2400" spc="150" dirty="0">
              <a:latin typeface="Nunito" pitchFamily="2" charset="0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54AF348C-FCE1-4037-BCEC-0F6C7C49C09E}"/>
              </a:ext>
            </a:extLst>
          </p:cNvPr>
          <p:cNvSpPr/>
          <p:nvPr/>
        </p:nvSpPr>
        <p:spPr>
          <a:xfrm>
            <a:off x="1494121" y="3456672"/>
            <a:ext cx="10289630" cy="860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Potencial significativo para inclusão digital e sustentabilidade educacional, beneficiando comunidades vulneráveis e promovendo reutilização de materiais.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Nunito" pitchFamily="2" charset="0"/>
            </a:endParaRPr>
          </a:p>
        </p:txBody>
      </p:sp>
      <p:pic>
        <p:nvPicPr>
          <p:cNvPr id="7" name="Gráfico 6" descr="Balança da justiça">
            <a:extLst>
              <a:ext uri="{FF2B5EF4-FFF2-40B4-BE49-F238E27FC236}">
                <a16:creationId xmlns:a16="http://schemas.microsoft.com/office/drawing/2014/main" id="{913E78C6-BD52-436D-9345-7A8FF721F0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0351" y="5302946"/>
            <a:ext cx="465839" cy="46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5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>
            <a:extLst>
              <a:ext uri="{FF2B5EF4-FFF2-40B4-BE49-F238E27FC236}">
                <a16:creationId xmlns:a16="http://schemas.microsoft.com/office/drawing/2014/main" id="{223DB222-59C0-418F-9B45-97864F159E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-63794" y="58634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pt-BR" sz="3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Considerações Finais</a:t>
            </a:r>
            <a:endParaRPr lang="pt-BR" sz="3600" b="1" spc="200" noProof="1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F605472-049A-4F29-8722-534BADC11D1E}"/>
              </a:ext>
            </a:extLst>
          </p:cNvPr>
          <p:cNvGrpSpPr/>
          <p:nvPr/>
        </p:nvGrpSpPr>
        <p:grpSpPr>
          <a:xfrm>
            <a:off x="447491" y="1152749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DF4715CE-3EBA-4C5F-9BF1-EDA16CB48BD8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3D70E645-51ED-4151-A157-B0AA959F3903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536A2CC2-D4CE-4CB9-AE8D-1B0C7DB28DEC}"/>
              </a:ext>
            </a:extLst>
          </p:cNvPr>
          <p:cNvGrpSpPr/>
          <p:nvPr/>
        </p:nvGrpSpPr>
        <p:grpSpPr>
          <a:xfrm>
            <a:off x="447491" y="2988793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C47EF6BB-42C5-4518-9528-4C0FA6D0E8B2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83B6D69F-CF05-4769-9F4C-14A97D96951A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0EA43A0-44DB-4A8D-99E4-34FFE1FC128E}"/>
              </a:ext>
            </a:extLst>
          </p:cNvPr>
          <p:cNvGrpSpPr/>
          <p:nvPr/>
        </p:nvGrpSpPr>
        <p:grpSpPr>
          <a:xfrm>
            <a:off x="447491" y="4824838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EEA8159E-11C5-4B86-8004-41E3358A2811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AE020EB0-2A31-4867-BD2E-5DDB0141CB47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4F2E8DE-74D4-42B0-80D8-2CB5799CA896}"/>
              </a:ext>
            </a:extLst>
          </p:cNvPr>
          <p:cNvGrpSpPr/>
          <p:nvPr/>
        </p:nvGrpSpPr>
        <p:grpSpPr>
          <a:xfrm>
            <a:off x="626560" y="1280384"/>
            <a:ext cx="3562176" cy="571500"/>
            <a:chOff x="494435" y="1196091"/>
            <a:chExt cx="3562176" cy="571500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5D580214-6F0A-4D38-BB20-14FC1E42700D}"/>
                </a:ext>
              </a:extLst>
            </p:cNvPr>
            <p:cNvGrpSpPr/>
            <p:nvPr/>
          </p:nvGrpSpPr>
          <p:grpSpPr>
            <a:xfrm>
              <a:off x="494435" y="1196091"/>
              <a:ext cx="571500" cy="571500"/>
              <a:chOff x="495300" y="1219200"/>
              <a:chExt cx="571500" cy="571500"/>
            </a:xfrm>
          </p:grpSpPr>
          <p:pic>
            <p:nvPicPr>
              <p:cNvPr id="25" name="Image 3" descr="preencoded.png">
                <a:extLst>
                  <a:ext uri="{FF2B5EF4-FFF2-40B4-BE49-F238E27FC236}">
                    <a16:creationId xmlns:a16="http://schemas.microsoft.com/office/drawing/2014/main" id="{3B0D75F1-FB32-42C1-96A3-DA18EF87E7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5300" y="1219200"/>
                <a:ext cx="571500" cy="571500"/>
              </a:xfrm>
              <a:prstGeom prst="rect">
                <a:avLst/>
              </a:prstGeom>
            </p:spPr>
          </p:pic>
          <p:pic>
            <p:nvPicPr>
              <p:cNvPr id="26" name="Image 4" descr="preencoded.png">
                <a:extLst>
                  <a:ext uri="{FF2B5EF4-FFF2-40B4-BE49-F238E27FC236}">
                    <a16:creationId xmlns:a16="http://schemas.microsoft.com/office/drawing/2014/main" id="{3AA7BA7E-34C3-452E-8FBD-3ED92FDF5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6750" y="1333500"/>
                <a:ext cx="228600" cy="304800"/>
              </a:xfrm>
              <a:prstGeom prst="rect">
                <a:avLst/>
              </a:prstGeom>
            </p:spPr>
          </p:pic>
        </p:grp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60E067C-19CF-4AB6-B448-513906BD3D2B}"/>
                </a:ext>
              </a:extLst>
            </p:cNvPr>
            <p:cNvSpPr/>
            <p:nvPr/>
          </p:nvSpPr>
          <p:spPr>
            <a:xfrm>
              <a:off x="1181100" y="1352550"/>
              <a:ext cx="2875511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2500" b="1" spc="150" dirty="0">
                  <a:solidFill>
                    <a:srgbClr val="166534"/>
                  </a:solidFill>
                  <a:latin typeface="Nunito" pitchFamily="2" charset="0"/>
                  <a:ea typeface="ui-sans-serif" pitchFamily="34" charset="-122"/>
                  <a:cs typeface="ui-sans-serif" pitchFamily="34" charset="-120"/>
                </a:rPr>
                <a:t>Contribuições</a:t>
              </a:r>
              <a:endParaRPr lang="en-US" sz="2500" spc="150" dirty="0">
                <a:latin typeface="Nunito" pitchFamily="2" charset="0"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41C8271-3084-4500-901C-10A7B05F0E0B}"/>
              </a:ext>
            </a:extLst>
          </p:cNvPr>
          <p:cNvGrpSpPr/>
          <p:nvPr/>
        </p:nvGrpSpPr>
        <p:grpSpPr>
          <a:xfrm>
            <a:off x="626560" y="3209532"/>
            <a:ext cx="2949878" cy="571500"/>
            <a:chOff x="495300" y="3314700"/>
            <a:chExt cx="2949878" cy="571500"/>
          </a:xfrm>
        </p:grpSpPr>
        <p:sp>
          <p:nvSpPr>
            <p:cNvPr id="28" name="Text 3">
              <a:extLst>
                <a:ext uri="{FF2B5EF4-FFF2-40B4-BE49-F238E27FC236}">
                  <a16:creationId xmlns:a16="http://schemas.microsoft.com/office/drawing/2014/main" id="{24F6D239-F567-441F-AF38-FEF39D7BE2A9}"/>
                </a:ext>
              </a:extLst>
            </p:cNvPr>
            <p:cNvSpPr/>
            <p:nvPr/>
          </p:nvSpPr>
          <p:spPr>
            <a:xfrm>
              <a:off x="1181099" y="3448050"/>
              <a:ext cx="2264079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2500" b="1" spc="150" dirty="0">
                  <a:solidFill>
                    <a:srgbClr val="1E40AF"/>
                  </a:solidFill>
                  <a:latin typeface="Nunito" pitchFamily="2" charset="0"/>
                  <a:ea typeface="ui-sans-serif" pitchFamily="34" charset="-122"/>
                  <a:cs typeface="ui-sans-serif" pitchFamily="34" charset="-120"/>
                </a:rPr>
                <a:t>Relevância</a:t>
              </a:r>
              <a:endParaRPr lang="en-US" sz="2500" spc="150" dirty="0">
                <a:latin typeface="Nunito" pitchFamily="2" charset="0"/>
              </a:endParaRPr>
            </a:p>
          </p:txBody>
        </p: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95809EDA-A757-419B-A6A6-D9663398C6A3}"/>
                </a:ext>
              </a:extLst>
            </p:cNvPr>
            <p:cNvGrpSpPr/>
            <p:nvPr/>
          </p:nvGrpSpPr>
          <p:grpSpPr>
            <a:xfrm>
              <a:off x="495300" y="3314700"/>
              <a:ext cx="571500" cy="571500"/>
              <a:chOff x="495300" y="3314700"/>
              <a:chExt cx="571500" cy="571500"/>
            </a:xfrm>
          </p:grpSpPr>
          <p:pic>
            <p:nvPicPr>
              <p:cNvPr id="30" name="Image 6" descr="preencoded.png">
                <a:extLst>
                  <a:ext uri="{FF2B5EF4-FFF2-40B4-BE49-F238E27FC236}">
                    <a16:creationId xmlns:a16="http://schemas.microsoft.com/office/drawing/2014/main" id="{67247F82-B6AD-4B79-A712-2324585222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5300" y="3314700"/>
                <a:ext cx="571500" cy="571500"/>
              </a:xfrm>
              <a:prstGeom prst="rect">
                <a:avLst/>
              </a:prstGeom>
            </p:spPr>
          </p:pic>
          <p:pic>
            <p:nvPicPr>
              <p:cNvPr id="31" name="Gráfico 30" descr="Chapéu de formatura">
                <a:extLst>
                  <a:ext uri="{FF2B5EF4-FFF2-40B4-BE49-F238E27FC236}">
                    <a16:creationId xmlns:a16="http://schemas.microsoft.com/office/drawing/2014/main" id="{A8F11C1E-6FC8-406C-AE21-FCCBDFA2DF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51435" y="3369821"/>
                <a:ext cx="459229" cy="459229"/>
              </a:xfrm>
              <a:prstGeom prst="rect">
                <a:avLst/>
              </a:prstGeom>
            </p:spPr>
          </p:pic>
        </p:grp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600DC921-BC15-41F1-90F7-010EED12803B}"/>
              </a:ext>
            </a:extLst>
          </p:cNvPr>
          <p:cNvGrpSpPr/>
          <p:nvPr/>
        </p:nvGrpSpPr>
        <p:grpSpPr>
          <a:xfrm>
            <a:off x="626560" y="5013098"/>
            <a:ext cx="4448344" cy="571500"/>
            <a:chOff x="6400800" y="1219200"/>
            <a:chExt cx="4448344" cy="571500"/>
          </a:xfrm>
        </p:grpSpPr>
        <p:sp>
          <p:nvSpPr>
            <p:cNvPr id="33" name="Text 5">
              <a:extLst>
                <a:ext uri="{FF2B5EF4-FFF2-40B4-BE49-F238E27FC236}">
                  <a16:creationId xmlns:a16="http://schemas.microsoft.com/office/drawing/2014/main" id="{4529736B-CEFA-4C1B-B964-C6C58507D66A}"/>
                </a:ext>
              </a:extLst>
            </p:cNvPr>
            <p:cNvSpPr/>
            <p:nvPr/>
          </p:nvSpPr>
          <p:spPr>
            <a:xfrm>
              <a:off x="7086600" y="1352550"/>
              <a:ext cx="3762544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2500" b="1" spc="150" dirty="0">
                  <a:solidFill>
                    <a:srgbClr val="6B21A8"/>
                  </a:solidFill>
                  <a:latin typeface="Nunito" pitchFamily="2" charset="0"/>
                  <a:ea typeface="ui-sans-serif" pitchFamily="34" charset="-122"/>
                  <a:cs typeface="ui-sans-serif" pitchFamily="34" charset="-120"/>
                </a:rPr>
                <a:t>Futuras Melhorias</a:t>
              </a:r>
              <a:endParaRPr lang="en-US" sz="2500" spc="150" dirty="0">
                <a:latin typeface="Nunito" pitchFamily="2" charset="0"/>
              </a:endParaRPr>
            </a:p>
          </p:txBody>
        </p: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5BB86E58-8CE4-4A34-93F8-066C751D1441}"/>
                </a:ext>
              </a:extLst>
            </p:cNvPr>
            <p:cNvGrpSpPr/>
            <p:nvPr/>
          </p:nvGrpSpPr>
          <p:grpSpPr>
            <a:xfrm>
              <a:off x="6400800" y="1219200"/>
              <a:ext cx="571500" cy="571500"/>
              <a:chOff x="6400800" y="1219200"/>
              <a:chExt cx="571500" cy="571500"/>
            </a:xfrm>
          </p:grpSpPr>
          <p:pic>
            <p:nvPicPr>
              <p:cNvPr id="35" name="Image 9" descr="preencoded.png">
                <a:extLst>
                  <a:ext uri="{FF2B5EF4-FFF2-40B4-BE49-F238E27FC236}">
                    <a16:creationId xmlns:a16="http://schemas.microsoft.com/office/drawing/2014/main" id="{7D694303-8774-41B3-9F44-AABE4250BE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00800" y="1219200"/>
                <a:ext cx="571500" cy="571500"/>
              </a:xfrm>
              <a:prstGeom prst="rect">
                <a:avLst/>
              </a:prstGeom>
            </p:spPr>
          </p:pic>
          <p:pic>
            <p:nvPicPr>
              <p:cNvPr id="36" name="Gráfico 35" descr="Lâmpada">
                <a:extLst>
                  <a:ext uri="{FF2B5EF4-FFF2-40B4-BE49-F238E27FC236}">
                    <a16:creationId xmlns:a16="http://schemas.microsoft.com/office/drawing/2014/main" id="{D1ACDAFE-EF48-4E2B-A8B6-B55F33A18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489700" y="1308894"/>
                <a:ext cx="393700" cy="393700"/>
              </a:xfrm>
              <a:prstGeom prst="rect">
                <a:avLst/>
              </a:prstGeom>
            </p:spPr>
          </p:pic>
        </p:grpSp>
      </p:grpSp>
      <p:sp>
        <p:nvSpPr>
          <p:cNvPr id="37" name="Text 2">
            <a:extLst>
              <a:ext uri="{FF2B5EF4-FFF2-40B4-BE49-F238E27FC236}">
                <a16:creationId xmlns:a16="http://schemas.microsoft.com/office/drawing/2014/main" id="{89CCAD7D-1F69-4923-BA1A-A1046A740128}"/>
              </a:ext>
            </a:extLst>
          </p:cNvPr>
          <p:cNvSpPr/>
          <p:nvPr/>
        </p:nvSpPr>
        <p:spPr>
          <a:xfrm>
            <a:off x="1319060" y="1697426"/>
            <a:ext cx="1036738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Desenvolvimento de plataforma para reutilização consciente de materiais escolares e promoção da inclusão digital em comunidades vulneráveis.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Nunito" pitchFamily="2" charset="0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64222D98-8AF5-495C-85BA-961E5DC8E9B1}"/>
              </a:ext>
            </a:extLst>
          </p:cNvPr>
          <p:cNvSpPr/>
          <p:nvPr/>
        </p:nvSpPr>
        <p:spPr>
          <a:xfrm>
            <a:off x="1312359" y="3578168"/>
            <a:ext cx="10231909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Impacto social significativo através da redução de desigualdades educacionais e contribuição para a sustentabilidade ambiental e economia circular.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Nunito" pitchFamily="2" charset="0"/>
            </a:endParaRPr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085C3336-8959-4412-98EC-410B7FFD400A}"/>
              </a:ext>
            </a:extLst>
          </p:cNvPr>
          <p:cNvSpPr/>
          <p:nvPr/>
        </p:nvSpPr>
        <p:spPr>
          <a:xfrm>
            <a:off x="1319060" y="5457988"/>
            <a:ext cx="1036738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Desenvolvimento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 de Dashboard e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relatórios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ui-sans-serif" pitchFamily="34" charset="-122"/>
                <a:cs typeface="ui-sans-serif" pitchFamily="34" charset="-120"/>
              </a:rPr>
              <a:t>, integração com redes sociais, implementação de sistema de recomendação e expansão para outras instituições de ensino.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83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4F6A9858-4AB4-49CA-AC52-19588F7D9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-63794" y="58634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pt-BR" sz="3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Principais Referências Bibliográficas</a:t>
            </a:r>
            <a:endParaRPr lang="pt-BR" sz="3600" b="1" spc="200" noProof="1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F605472-049A-4F29-8722-534BADC11D1E}"/>
              </a:ext>
            </a:extLst>
          </p:cNvPr>
          <p:cNvGrpSpPr/>
          <p:nvPr/>
        </p:nvGrpSpPr>
        <p:grpSpPr>
          <a:xfrm>
            <a:off x="447491" y="1152749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DF4715CE-3EBA-4C5F-9BF1-EDA16CB48BD8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3D70E645-51ED-4151-A157-B0AA959F3903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536A2CC2-D4CE-4CB9-AE8D-1B0C7DB28DEC}"/>
              </a:ext>
            </a:extLst>
          </p:cNvPr>
          <p:cNvGrpSpPr/>
          <p:nvPr/>
        </p:nvGrpSpPr>
        <p:grpSpPr>
          <a:xfrm>
            <a:off x="447491" y="2988793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C47EF6BB-42C5-4518-9528-4C0FA6D0E8B2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83B6D69F-CF05-4769-9F4C-14A97D96951A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0EA43A0-44DB-4A8D-99E4-34FFE1FC128E}"/>
              </a:ext>
            </a:extLst>
          </p:cNvPr>
          <p:cNvGrpSpPr/>
          <p:nvPr/>
        </p:nvGrpSpPr>
        <p:grpSpPr>
          <a:xfrm>
            <a:off x="447491" y="4824838"/>
            <a:ext cx="11409229" cy="1471372"/>
            <a:chOff x="447491" y="1152749"/>
            <a:chExt cx="11409229" cy="1471372"/>
          </a:xfrm>
          <a:effectLst>
            <a:glow rad="76200">
              <a:schemeClr val="bg1">
                <a:lumMod val="85000"/>
                <a:alpha val="40000"/>
              </a:schemeClr>
            </a:glow>
          </a:effectLst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EEA8159E-11C5-4B86-8004-41E3358A2811}"/>
                </a:ext>
              </a:extLst>
            </p:cNvPr>
            <p:cNvSpPr/>
            <p:nvPr/>
          </p:nvSpPr>
          <p:spPr>
            <a:xfrm>
              <a:off x="447491" y="1152749"/>
              <a:ext cx="358139" cy="1471372"/>
            </a:xfrm>
            <a:prstGeom prst="roundRect">
              <a:avLst>
                <a:gd name="adj" fmla="val 15055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AE020EB0-2A31-4867-BD2E-5DDB0141CB47}"/>
                </a:ext>
              </a:extLst>
            </p:cNvPr>
            <p:cNvSpPr/>
            <p:nvPr/>
          </p:nvSpPr>
          <p:spPr>
            <a:xfrm>
              <a:off x="505560" y="1152749"/>
              <a:ext cx="11351160" cy="1471372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0" name="Imagem 39">
            <a:extLst>
              <a:ext uri="{FF2B5EF4-FFF2-40B4-BE49-F238E27FC236}">
                <a16:creationId xmlns:a16="http://schemas.microsoft.com/office/drawing/2014/main" id="{2965257A-C07E-4DD9-BF44-577ADC7CF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8" y="1332020"/>
            <a:ext cx="791304" cy="1153985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04F7B7B3-62DC-4675-92A7-3ED0A19A3A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8" y="3147486"/>
            <a:ext cx="795963" cy="1153985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E24F58FD-282C-4A97-88FC-DFD3A50402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280" y="4983531"/>
            <a:ext cx="794492" cy="1153985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7CE7C627-597C-4ED4-80F4-1077D195D87B}"/>
              </a:ext>
            </a:extLst>
          </p:cNvPr>
          <p:cNvSpPr txBox="1"/>
          <p:nvPr/>
        </p:nvSpPr>
        <p:spPr>
          <a:xfrm>
            <a:off x="1548670" y="1370403"/>
            <a:ext cx="99405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Nunito" pitchFamily="2" charset="0"/>
              </a:rPr>
              <a:t>SOMMERVILLE, Ian. </a:t>
            </a:r>
            <a:r>
              <a:rPr lang="pt-BR" sz="1600" b="1" dirty="0">
                <a:latin typeface="Nunito" pitchFamily="2" charset="0"/>
              </a:rPr>
              <a:t>Engenharia de Software</a:t>
            </a:r>
            <a:r>
              <a:rPr lang="pt-BR" sz="1600" dirty="0">
                <a:latin typeface="Nunito" pitchFamily="2" charset="0"/>
              </a:rPr>
              <a:t>. Tradução de </a:t>
            </a:r>
            <a:r>
              <a:rPr lang="pt-BR" sz="1600" dirty="0" err="1">
                <a:latin typeface="Nunito" pitchFamily="2" charset="0"/>
              </a:rPr>
              <a:t>Luis</a:t>
            </a:r>
            <a:r>
              <a:rPr lang="pt-BR" sz="1600" dirty="0">
                <a:latin typeface="Nunito" pitchFamily="2" charset="0"/>
              </a:rPr>
              <a:t> Claudio Queiroz (Trad.). 10ª. ed. São Paulo: Pearson </a:t>
            </a:r>
            <a:r>
              <a:rPr lang="pt-BR" sz="1600" dirty="0" err="1">
                <a:latin typeface="Nunito" pitchFamily="2" charset="0"/>
              </a:rPr>
              <a:t>Education</a:t>
            </a:r>
            <a:r>
              <a:rPr lang="pt-BR" sz="1600" dirty="0">
                <a:latin typeface="Nunito" pitchFamily="2" charset="0"/>
              </a:rPr>
              <a:t> do Brasil, 2018. Disponível em: &lt;https://www.facom.ufu.br/~</a:t>
            </a:r>
            <a:r>
              <a:rPr lang="pt-BR" sz="1600" dirty="0" err="1">
                <a:latin typeface="Nunito" pitchFamily="2" charset="0"/>
              </a:rPr>
              <a:t>william</a:t>
            </a:r>
            <a:r>
              <a:rPr lang="pt-BR" sz="1600" dirty="0">
                <a:latin typeface="Nunito" pitchFamily="2" charset="0"/>
              </a:rPr>
              <a:t>/Disciplinas%202018-2/BSI-GSI030-EngenhariaSoftware/Livro/engenhariaSoftwareSommerville.pdf&gt;. Acesso em: 03 Outubro 2025.</a:t>
            </a:r>
            <a:endParaRPr lang="pt-BR" dirty="0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8F2FD5B4-3C1B-43B7-BB3E-45379E1C6CB1}"/>
              </a:ext>
            </a:extLst>
          </p:cNvPr>
          <p:cNvSpPr txBox="1"/>
          <p:nvPr/>
        </p:nvSpPr>
        <p:spPr>
          <a:xfrm>
            <a:off x="1552144" y="3211919"/>
            <a:ext cx="99156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Nunito" pitchFamily="2" charset="0"/>
              </a:rPr>
              <a:t>VAZQUEZ, Carlos Eduardo; SILVA, José Roberto da. </a:t>
            </a:r>
            <a:r>
              <a:rPr lang="pt-BR" sz="1600" b="1" dirty="0">
                <a:latin typeface="Nunito" pitchFamily="2" charset="0"/>
              </a:rPr>
              <a:t>Engenharia de Requisitos:</a:t>
            </a:r>
            <a:r>
              <a:rPr lang="pt-BR" sz="1600" dirty="0">
                <a:latin typeface="Nunito" pitchFamily="2" charset="0"/>
              </a:rPr>
              <a:t> software orientado ao negócio. 2016. Rio de Janeiro, 2016. Disponível em: &lt;https://www.kufunda.net/</a:t>
            </a:r>
            <a:r>
              <a:rPr lang="pt-BR" sz="1600" dirty="0" err="1">
                <a:latin typeface="Nunito" pitchFamily="2" charset="0"/>
              </a:rPr>
              <a:t>publicdocs</a:t>
            </a:r>
            <a:r>
              <a:rPr lang="pt-BR" sz="1600" dirty="0">
                <a:latin typeface="Nunito" pitchFamily="2" charset="0"/>
              </a:rPr>
              <a:t>/Engenharia%20de%20Requisitos%20software%20orientado%20ao%20neg%C3%B3cio%20(Carlos%20Eduardo%20Vazquez%20etc.).</a:t>
            </a:r>
            <a:r>
              <a:rPr lang="pt-BR" sz="1600" dirty="0" err="1">
                <a:latin typeface="Nunito" pitchFamily="2" charset="0"/>
              </a:rPr>
              <a:t>pdf</a:t>
            </a:r>
            <a:r>
              <a:rPr lang="pt-BR" sz="1600" dirty="0">
                <a:latin typeface="Nunito" pitchFamily="2" charset="0"/>
              </a:rPr>
              <a:t>&gt;. Acesso em: 28 Outubro 2025.</a:t>
            </a:r>
            <a:endParaRPr lang="pt-BR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BFC24CB1-0D5B-4744-9AE7-A2CD3137A159}"/>
              </a:ext>
            </a:extLst>
          </p:cNvPr>
          <p:cNvSpPr/>
          <p:nvPr/>
        </p:nvSpPr>
        <p:spPr>
          <a:xfrm>
            <a:off x="1623667" y="5081793"/>
            <a:ext cx="9844105" cy="8116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just"/>
            <a:r>
              <a:rPr lang="pt-BR" sz="1600" dirty="0">
                <a:latin typeface="Nunito" pitchFamily="2" charset="0"/>
              </a:rPr>
              <a:t>PRESSMAN, Roger S.; MAXIM, Bruce R. </a:t>
            </a:r>
            <a:r>
              <a:rPr lang="pt-BR" sz="1600" b="1" dirty="0">
                <a:latin typeface="Nunito" pitchFamily="2" charset="0"/>
              </a:rPr>
              <a:t>Engenharia de software:</a:t>
            </a:r>
            <a:r>
              <a:rPr lang="pt-BR" sz="1600" dirty="0">
                <a:latin typeface="Nunito" pitchFamily="2" charset="0"/>
              </a:rPr>
              <a:t> uma abordagem profissional [recurso eletrônico]. 2021. Porto Alegre, 2021. Disponível em: &lt;https://analisederequisitos.com.br/</a:t>
            </a:r>
            <a:r>
              <a:rPr lang="pt-BR" sz="1600" dirty="0" err="1">
                <a:latin typeface="Nunito" pitchFamily="2" charset="0"/>
              </a:rPr>
              <a:t>wp-content</a:t>
            </a:r>
            <a:r>
              <a:rPr lang="pt-BR" sz="1600" dirty="0">
                <a:latin typeface="Nunito" pitchFamily="2" charset="0"/>
              </a:rPr>
              <a:t>/uploads/2024/02/engenharia-de-software-pressman-9-edicao-portugues.pdf&gt;. Acesso em: 30 Outubro 2025.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9444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48503F9F-7CC0-4B77-A9F3-9993C32E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98352CA-3043-46C4-9E33-6C3C55544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68256"/>
            <a:ext cx="867879" cy="4420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D7404A5-FAAB-4391-A7F9-823764A4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573" y="63298"/>
            <a:ext cx="1756633" cy="337650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6393F1B-E917-4557-814C-8F71225A4DF3}"/>
              </a:ext>
            </a:extLst>
          </p:cNvPr>
          <p:cNvGrpSpPr/>
          <p:nvPr/>
        </p:nvGrpSpPr>
        <p:grpSpPr>
          <a:xfrm>
            <a:off x="5441568" y="6460331"/>
            <a:ext cx="1308863" cy="297854"/>
            <a:chOff x="5279231" y="6511473"/>
            <a:chExt cx="1308863" cy="2978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B118919-F76C-4C7B-A6BF-430F33A4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231" y="6511473"/>
              <a:ext cx="309563" cy="297854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87F64A8D-9692-4F1B-B5DD-1316A2936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3905" y="6590468"/>
              <a:ext cx="984189" cy="138131"/>
            </a:xfrm>
            <a:prstGeom prst="rect">
              <a:avLst/>
            </a:prstGeom>
          </p:spPr>
        </p:pic>
      </p:grpSp>
      <p:sp>
        <p:nvSpPr>
          <p:cNvPr id="50" name="Text 0">
            <a:extLst>
              <a:ext uri="{FF2B5EF4-FFF2-40B4-BE49-F238E27FC236}">
                <a16:creationId xmlns:a16="http://schemas.microsoft.com/office/drawing/2014/main" id="{A6D9F6C4-391D-4B40-8FA1-13A2474FDE01}"/>
              </a:ext>
            </a:extLst>
          </p:cNvPr>
          <p:cNvSpPr/>
          <p:nvPr/>
        </p:nvSpPr>
        <p:spPr>
          <a:xfrm>
            <a:off x="0" y="586348"/>
            <a:ext cx="12192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pt-BR" sz="3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Agradecemos a todos!</a:t>
            </a:r>
            <a:endParaRPr lang="pt-BR" sz="3600" b="1" spc="200" noProof="1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BFC24CB1-0D5B-4744-9AE7-A2CD3137A159}"/>
              </a:ext>
            </a:extLst>
          </p:cNvPr>
          <p:cNvSpPr/>
          <p:nvPr/>
        </p:nvSpPr>
        <p:spPr>
          <a:xfrm>
            <a:off x="1336283" y="2646919"/>
            <a:ext cx="9844105" cy="15931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/>
            <a:r>
              <a:rPr lang="pt-BR" sz="2600" b="1" i="1" dirty="0">
                <a:latin typeface="Nunito" pitchFamily="2" charset="0"/>
              </a:rPr>
              <a:t>“Quando alguma coisa muda, a gente não precisa jogar fora. A gente pode transformar em outra coisa. Isso é crescer”.</a:t>
            </a:r>
            <a:endParaRPr lang="pt-BR" sz="2600" b="1" dirty="0">
              <a:latin typeface="Nunito" pitchFamily="2" charset="0"/>
            </a:endParaRPr>
          </a:p>
          <a:p>
            <a:pPr algn="ctr"/>
            <a:r>
              <a:rPr lang="pt-BR" sz="2600" b="1" dirty="0">
                <a:latin typeface="Nunito" pitchFamily="2" charset="0"/>
              </a:rPr>
              <a:t> </a:t>
            </a:r>
          </a:p>
          <a:p>
            <a:pPr algn="ctr"/>
            <a:r>
              <a:rPr lang="pt-BR" sz="2600" b="1" i="1" dirty="0">
                <a:latin typeface="Nunito" pitchFamily="2" charset="0"/>
              </a:rPr>
              <a:t>Turma da Mônica, obra de Maurício de Sousa.</a:t>
            </a:r>
            <a:endParaRPr lang="pt-BR" sz="2600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74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805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Caprasimo</vt:lpstr>
      <vt:lpstr>Nunito</vt:lpstr>
      <vt:lpstr>Times New Roman</vt:lpstr>
      <vt:lpstr>ui-sans-serif</vt:lpstr>
      <vt:lpstr>Verdana</vt:lpstr>
      <vt:lpstr>Work Sans</vt:lpstr>
      <vt:lpstr>Tema do Office</vt:lpstr>
      <vt:lpstr>CIRCULARIS</vt:lpstr>
      <vt:lpstr>Problema, Objetivo, Justificativa e Hipótese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CIRCULARIS</dc:title>
  <dc:creator>ANDREA ALVES DOS SANTOS</dc:creator>
  <cp:lastModifiedBy>ANDREA ALVES DOS SANTOS</cp:lastModifiedBy>
  <cp:revision>53</cp:revision>
  <dcterms:created xsi:type="dcterms:W3CDTF">2025-12-02T00:21:03Z</dcterms:created>
  <dcterms:modified xsi:type="dcterms:W3CDTF">2025-12-10T01:25:09Z</dcterms:modified>
</cp:coreProperties>
</file>